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68</c:v>
                </c:pt>
                <c:pt idx="2">
                  <c:v>21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98</c:v>
                </c:pt>
                <c:pt idx="2">
                  <c:v>128</c:v>
                </c:pt>
                <c:pt idx="3">
                  <c:v>88</c:v>
                </c:pt>
                <c:pt idx="4">
                  <c:v>17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177</c:v>
                </c:pt>
                <c:pt idx="1">
                  <c:v>118</c:v>
                </c:pt>
                <c:pt idx="2">
                  <c:v>53</c:v>
                </c:pt>
                <c:pt idx="3">
                  <c:v>38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1148</c:v>
                </c:pt>
                <c:pt idx="1">
                  <c:v>830</c:v>
                </c:pt>
                <c:pt idx="2">
                  <c:v>10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Operable (C2)</c:v>
                  </c:pt>
                  <c:pt idx="1">
                    <c:v>Componente (C2)</c:v>
                  </c:pt>
                  <c:pt idx="2">
                    <c:v>Facility (C1)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</c:v>
                </c:pt>
                <c:pt idx="1">
                  <c:v>2</c:v>
                </c:pt>
                <c:pt idx="2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Operable (C2)</c:v>
                  </c:pt>
                  <c:pt idx="1">
                    <c:v>Componente (C2)</c:v>
                  </c:pt>
                  <c:pt idx="2">
                    <c:v>Facility (C1)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39</c:v>
                </c:pt>
                <c:pt idx="1">
                  <c:v/>
                </c:pt>
                <c:pt idx="2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</c:v>
                </c:pt>
                <c:pt idx="1">
                  <c:v>58</c:v>
                </c:pt>
                <c:pt idx="2">
                  <c:v>29</c:v>
                </c:pt>
                <c:pt idx="3">
                  <c:v>13</c:v>
                </c:pt>
                <c:pt idx="4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23</c:v>
                </c:pt>
                <c:pt idx="2">
                  <c:v>5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592</c:v>
                </c:pt>
                <c:pt idx="1">
                  <c:v>178</c:v>
                </c:pt>
                <c:pt idx="2">
                  <c:v>59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18</c:v>
                </c:pt>
                <c:pt idx="2">
                  <c:v>22</c:v>
                </c:pt>
                <c:pt idx="3">
                  <c:v>3</c:v>
                </c:pt>
                <c:pt idx="4">
                  <c:v>14</c:v>
                </c:pt>
                <c:pt idx="5">
                  <c:v>5</c:v>
                </c:pt>
                <c:pt idx="6">
                  <c:v>88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16</c:v>
                </c:pt>
                <c:pt idx="6">
                  <c:v>22</c:v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18</c:v>
                </c:pt>
                <c:pt idx="2">
                  <c:v>16</c:v>
                </c:pt>
                <c:pt idx="3">
                  <c:v>3</c:v>
                </c:pt>
                <c:pt idx="4">
                  <c:v>10</c:v>
                </c:pt>
                <c:pt idx="5">
                  <c:v>6</c:v>
                </c:pt>
                <c:pt idx="6">
                  <c:v>88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>1</c:v>
                </c:pt>
                <c:pt idx="2">
                  <c:v>7</c:v>
                </c:pt>
                <c:pt idx="3">
                  <c:v/>
                </c:pt>
                <c:pt idx="4">
                  <c:v>3</c:v>
                </c:pt>
                <c:pt idx="5">
                  <c:v>13</c:v>
                </c:pt>
                <c:pt idx="6">
                  <c:v>22</c:v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3</c:v>
                </c:pt>
                <c:pt idx="3">
                  <c:v/>
                </c:pt>
                <c:pt idx="4">
                  <c:v>1</c:v>
                </c:pt>
                <c:pt idx="5">
                  <c:v>3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Obras Civiles</c:v>
                  </c:pt>
                  <c:pt idx="1">
                    <c:v>Piping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63</c:v>
                </c:pt>
                <c:pt idx="2">
                  <c:v>34</c:v>
                </c:pt>
                <c:pt idx="3">
                  <c:v>6</c:v>
                </c:pt>
                <c:pt idx="4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Obras Civiles</c:v>
                  </c:pt>
                  <c:pt idx="1">
                    <c:v>Piping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119</c:v>
                </c:pt>
                <c:pt idx="1">
                  <c:v>141</c:v>
                </c:pt>
                <c:pt idx="2">
                  <c:v>5</c:v>
                </c:pt>
                <c:pt idx="3">
                  <c:v>31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1" Type="http://schemas.openxmlformats.org/officeDocument/2006/relationships/image" Target="../media/image-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1" Type="http://schemas.openxmlformats.org/officeDocument/2006/relationships/image" Target="../media/image-1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1" Type="http://schemas.openxmlformats.org/officeDocument/2006/relationships/image" Target="../media/image-1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0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 — Contrato Electromecánico Planta Concentradora y de Espesado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subsistemas en 4 áreas (2000 · 3000 · 4000 · 8000) · 2.963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26-07-2026   ·   Corte anterior: 16-07-2026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1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27/135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12 rechazadas · 14 en revisión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1.148/1.988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 abiertos · 405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36 a 1, mientras las realizadas al 100% se mantienen en 90 (66,7%).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entregadas de 135 (20%) y 0 aprobadas; las rechazadas pasaron de 8 a 12.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P1 cerrado desde el corte anterior; 830 abiertos, de los cuales 405 superaron su fecha de vencimiento (+4 en el período). El área 3000 concentra 707 (85,2%).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91,9%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(19)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35/76 · 46,1%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(366)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1/22 · 4,5%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75,9%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(19)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hito 100% avanza a 66,7%, y el área 3000 concentra 41 de los 45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1 por programar. Las «por programar» bajaron 35 en el período.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carpetas entregadas de 135 (20%). Ninguna aprobada aún: el flujo se acumula en revisión y hay 12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-3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2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57,7%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de 830 P1 abiertos (85,2%)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el cierre de las 14 en revisión y el rearmado de las 12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P1 abiertos (85,2% del total) y 41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405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48,8% de los P1 abiertos superó su fecha de vencimiento. Foco en Instrumentación y Control (128), Eléctrica (98), Mecánica (88).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pendientes: 44 próximos a realizar y 1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Minera Los Pelambres (AMSA)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97 subsistemas (80 Operable · 2 Componente · 15 Facility) en Desaladora y EB-2.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40,2%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40,2%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39/97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aprobadas · 9 rechazadas · 14 en preparación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592/829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 abiertos · 178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 de 1.386 ítems cerrados (69,3%); de los 426 abiertos, 332 ya pasaron su fecha requerida de cierre (77,9%).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41/80 por Caminata 2 (51,3%); Facility 10/15 por Caminata 1 (66,7%).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40,2%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entregadas de 97: 22 aprobadas, 8 en revisión y 9 rechazadas. Quedan 14 en preparación y 44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de los 237 P1 abiertos (40,9%), con 72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(97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22,7%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14,4%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45,4%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carpetas ya están en manos del cliente (40,2%) y 27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829 P1 levantados; 71,4% cerrados. Atrasado = ítem abierto cuya fecha requerida de cierre ya venció al 27-07-2026.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22 días vencidos; el más antiguo lleva 78. 281 entre 1-30 días, 51 entre 31-90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332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77,9% de los 426 abiertos ya venció su fecha requerida. Foco en Piping (72), Eléctrica (58), Obras Civiles (29).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39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51,3% (41/80).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58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están en preparación y 44 sin iniciar. Solo 39 de 97 (40,2%) llegaron al cliente; 9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181 P1 abiertos y 144 atrasados sobre 75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219 subsistemas en 9 áreas · 1.951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77,6%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91,1%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74,1%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90,9%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199/219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agendadas · 7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77,6%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170/219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agendadas · 9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91,1%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159/219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313/335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abiertos · 13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93,4% de cierre en P1 (22 abiertos), pero 483 DT abiertos entre P2, P3 y P4 sobre un total de 505.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DT con la fecha de compromiso vencida; mediana de 36 días y el más antiguo lleva 189. Los 215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1 están casi completas, pero la 2 va 77,6%.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199/219. Caminata 2: 170/219, con 40 ya agendadas y 9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91,1%: 159 subsistemas sobre 95% y solo 10 bajo 80%. El archivo declara 0 carpetas en revisión del cliente.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 en 170 de 219 subsistemas (77,6%).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1.951 DT levantados; 74,1% cerrados. Atrasado = DT abierto cuya fecha de compromiso de cierre ya venció al 27-07-2026.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871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871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313/335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871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93,4%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76148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761488"/>
            <a:ext cx="3330793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30540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30540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1.053/1.318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30540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79,9%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32841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328416"/>
            <a:ext cx="2849362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62102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6210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62102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89534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895344"/>
            <a:ext cx="1059150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4187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418795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418795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46227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7548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7548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75488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50292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5029200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376672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504688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36 días vencidos; el más antiguo lleva 189. 91 entre 1-30 días, 86 entre 31-90 días, 28 entre 91-180 días, 1 entre &gt;180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206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 son P2 y 13 son P1. La mediana de atraso es de 36 días y 29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 y PISCINAS Y SEDIMENTADOR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 · PISCINAS Y SEDIMENTADOR: 5/22 (22,7%). A nivel proyecto la caminata 2 va 77,6% con 40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29,7%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256 de los 505 DT abiertos (50,7%), con 98 atrasados. Además hay 10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2026-07-27T18:18:57Z</dcterms:created>
  <dcterms:modified xsi:type="dcterms:W3CDTF">2026-07-27T18:18:57Z</dcterms:modified>
</cp:coreProperties>
</file>