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39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18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5</c:v>
                </c:pt>
                <c:pt idx="6">
                  <c:v>88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>22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88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>22</c:v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63</c:v>
                </c:pt>
                <c:pt idx="2">
                  <c:v>34</c:v>
                </c:pt>
                <c:pt idx="3">
                  <c:v>6</c:v>
                </c:pt>
                <c:pt idx="4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119</c:v>
                </c:pt>
                <c:pt idx="1">
                  <c:v>141</c:v>
                </c:pt>
                <c:pt idx="2">
                  <c:v>5</c:v>
                </c:pt>
                <c:pt idx="3">
                  <c:v>31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2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aprobadas · 9 rechazadas · 14 en preparación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38,9%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95: 20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ya están en manos del cliente (38,9%) y 25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37 de 95 (38,9%)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219 subsistemas en 9 áreas · 1.951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199/219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agendadas · 7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170/219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agendadas · 9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159/219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abiertos · 13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 de cierre en P1 (22 abiertos), pero 483 DT abiertos entre P2, P3 y P4 sobre un total de 505.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DT con la fecha de compromiso vencida; mediana de 36 días y el más antiguo lleva 189. Los 215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1 están casi completas, pero la 2 va 77,6%.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199/219. Caminata 2: 170/219, con 40 ya agendadas y 9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91,1%: 159 subsistemas sobre 95% y solo 10 bajo 80%. El archivo declara 0 carpetas en revisión del cliente.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 en 170 de 219 subsistemas (77,6%).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1.951 DT levantados; 74,1% cerrados. Atrasado = DT abierto cuya fecha de compromiso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87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871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871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76148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761488"/>
            <a:ext cx="3330793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30540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1.053/1.318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30540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32841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328416"/>
            <a:ext cx="2849362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6210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62102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89534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895344"/>
            <a:ext cx="1059150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4187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41879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41879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46227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7548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754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7548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376672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5046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36 días vencidos; el más antiguo lleva 189. 91 entre 1-30 días, 86 entre 31-90 días, 28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206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son P2 y 13 son P1. La mediana de atraso es de 36 días y 29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5/22 (22,7%). A nivel proyecto la caminata 2 va 77,6% con 40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29,7%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256 de los 505 DT abiertos (50,7%), con 98 atrasados. Además hay 10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2026-07-31T18:44:32Z</dcterms:created>
  <dcterms:modified xsi:type="dcterms:W3CDTF">2026-07-31T18:44:32Z</dcterms:modified>
</cp:coreProperties>
</file>