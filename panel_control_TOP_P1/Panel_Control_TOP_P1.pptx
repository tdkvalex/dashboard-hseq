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</c:v>
                </c:pt>
                <c:pt idx="1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</c:v>
                </c:pt>
                <c:pt idx="1">
                  <c:v>60</c:v>
                </c:pt>
                <c:pt idx="2">
                  <c:v>20</c:v>
                </c:pt>
                <c:pt idx="3">
                  <c:v>19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676</c:v>
                </c:pt>
                <c:pt idx="1">
                  <c:v>8</c:v>
                </c:pt>
                <c:pt idx="2">
                  <c:v>272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6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7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2</c:v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>1</c:v>
                </c:pt>
                <c:pt idx="5">
                  <c:v>2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77</c:v>
                </c:pt>
                <c:pt idx="2">
                  <c:v>32</c:v>
                </c:pt>
                <c:pt idx="3">
                  <c:v>17</c:v>
                </c:pt>
                <c:pt idx="4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28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219</c:v>
                </c:pt>
                <c:pt idx="1">
                  <c:v>173</c:v>
                </c:pt>
                <c:pt idx="2">
                  <c:v>153</c:v>
                </c:pt>
                <c:pt idx="3">
                  <c:v>111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42</c:v>
                </c:pt>
                <c:pt idx="2">
                  <c:v>28</c:v>
                </c:pt>
                <c:pt idx="3">
                  <c:v>14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1154</c:v>
                </c:pt>
                <c:pt idx="1">
                  <c:v>826</c:v>
                </c:pt>
                <c:pt idx="2">
                  <c:v>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18-08-2026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18-08-2026 · Atrasos al 24-08-2026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16 en revisión · 4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70,7%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676/956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abiertos · 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1.092 de 1.596 ítems cerrados (68,4%); de los 504 abiertos, 15 ya pasaron su fecha requerida de cierre (3%).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46/80 por Caminata 2 (57,5%); Facility 11/15 por Caminata 1 (73,3%).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44,2%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entregadas de 95: 22 aprobadas, 16 en revisión y 4 rechazadas. Quedan 15 en preparación y 38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de los 280 P1 abiertos (58,6%), con 3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18-08-2026 · Atrasos al 24-08-2026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23,2%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carpetas ya están en manos del cliente (44,2%) y 0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18-08-2026 · Atrasos al 24-08-2026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956 P1 levantados; 70,7% cerrados. Atrasado = ítem abierto cuya fecha requerida de cierre ya venció al 24-08-2026.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676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 días vencidos; el más antiguo lleva 4. 15 entre 1-30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18-08-2026 · Atrasos al 24-08-2026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de los 504 abiertos ya venció su fecha requerida. Foco en Eléctrica (3), Piping (5), Obras Civiles (0).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34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57,5% (46/80).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53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están en preparación y 38 sin iniciar. Solo 42 de 95 (44,2%) llegaron al cliente; 4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224 P1 abiertos y 8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18-08-2026 · Atrasos al 24-08-2026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2.062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24-08-2026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24-08-2026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211/212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 del universo · 6 programadas en plazo · 1 con agenda vencida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194/198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del universo · 20 programadas en plazo · 4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342/376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abiertos · 14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de cierre en P1 (34 abiertos), pero 346 DT abiertos entre P2, P3 y P4 sobre un total de 380.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DT con la fecha de compromiso vencida; mediana de 23 días y el más antiguo lleva 158.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98%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211/212 exigibles, 1 con agenda vencida. Caminata 2: 194/198, con 20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93,8%: 182 subsistemas sobre 95% y solo 6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24-08-2026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98% de lo exigible (194/198) — se descuentan 20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24-08-2026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2.062 DT levantados; 81,6% cerrados. Atrasado = DT abierto cuya fecha de compromiso de cierre ya venció al 24-08-2026.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342/376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45206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1.256/1.388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90,5%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22737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23 días vencidos; el más antiguo lleva 158. 90 entre 1-30 días, 48 entre 31-90 días, 10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24-08-2026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148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son P2 y 14 son P1. La mediana de atraso es de 23 días y 10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6/22 (27,3%). A nivel proyecto la caminata 2 va 89% con 20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112 de los 380 DT abiertos (29,5%), con 6 atrasados. Además hay 6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2.062 DT · Atrasos al 24-08-2026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17-08-2026   ·   Corte anterior: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826 abiertos · 673 vencidos · 8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entregadas de 135 (20,7%)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P1 cerrado desde el corte anterior; 826 abiertos, de los cuales 673 superaron su fecha de vencimiento (+6 en el período). El área 3000 concentra 703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703 (604)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carpetas entregadas de 135 (20,7%).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703 de 826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15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703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673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81,5% de los P1 abiertos superó su fecha de vencimiento. Foco en Piping (219),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17-08-2026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2026-08-24T13:38:01Z</dcterms:created>
  <dcterms:modified xsi:type="dcterms:W3CDTF">2026-08-24T13:38:01Z</dcterms:modified>
</cp:coreProperties>
</file>