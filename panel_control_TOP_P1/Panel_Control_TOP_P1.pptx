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Estructura</c:v>
                  </c:pt>
                  <c:pt idx="4">
                    <c:v>Mecánica</c:v>
                  </c:pt>
                  <c:pt idx="5">
                    <c:v>Instr. y Control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119</c:v>
                </c:pt>
                <c:pt idx="1">
                  <c:v>35</c:v>
                </c:pt>
                <c:pt idx="2">
                  <c:v>13</c:v>
                </c:pt>
                <c:pt idx="3">
                  <c:v>7</c:v>
                </c:pt>
                <c:pt idx="4">
                  <c:v>10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Estructura</c:v>
                  </c:pt>
                  <c:pt idx="4">
                    <c:v>Mecánica</c:v>
                  </c:pt>
                  <c:pt idx="5">
                    <c:v>Instr. y Control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</c:v>
                </c:pt>
                <c:pt idx="1">
                  <c:v>91</c:v>
                </c:pt>
                <c:pt idx="2">
                  <c:v>8</c:v>
                </c:pt>
                <c:pt idx="3">
                  <c:v>7</c:v>
                </c:pt>
                <c:pt idx="4">
                  <c:v>1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794</c:v>
                </c:pt>
                <c:pt idx="1">
                  <c:v>184</c:v>
                </c:pt>
                <c:pt idx="2">
                  <c:v>167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23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>2</c:v>
                </c:pt>
                <c:pt idx="3">
                  <c:v/>
                </c:pt>
                <c:pt idx="4">
                  <c:v/>
                </c:pt>
                <c:pt idx="5">
                  <c:v>7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10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2</c:v>
                </c:pt>
                <c:pt idx="2">
                  <c:v>9</c:v>
                </c:pt>
                <c:pt idx="3">
                  <c:v/>
                </c:pt>
                <c:pt idx="4">
                  <c:v>3</c:v>
                </c:pt>
                <c:pt idx="5">
                  <c:v>11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61</c:v>
                </c:pt>
                <c:pt idx="2">
                  <c:v>23</c:v>
                </c:pt>
                <c:pt idx="3">
                  <c:v>12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133</c:v>
                </c:pt>
                <c:pt idx="1">
                  <c:v>71</c:v>
                </c:pt>
                <c:pt idx="2">
                  <c:v>9</c:v>
                </c:pt>
                <c:pt idx="3">
                  <c:v>13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37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206</c:v>
                </c:pt>
                <c:pt idx="1">
                  <c:v>171</c:v>
                </c:pt>
                <c:pt idx="2">
                  <c:v>149</c:v>
                </c:pt>
                <c:pt idx="3">
                  <c:v>104</c:v>
                </c:pt>
                <c:pt idx="4">
                  <c:v>15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</c:v>
                </c:pt>
                <c:pt idx="1">
                  <c:v>34</c:v>
                </c:pt>
                <c:pt idx="2">
                  <c:v>25</c:v>
                </c:pt>
                <c:pt idx="3">
                  <c:v>12</c:v>
                </c:pt>
                <c:pt idx="4">
                  <c:v>17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1189</c:v>
                </c:pt>
                <c:pt idx="1">
                  <c:v>779</c:v>
                </c:pt>
                <c:pt idx="2">
                  <c:v>20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aprobadas · 9 en revisión · 2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794/1.145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abiertos · 184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1.294 de 1.855 ítems cerrados (69,8%); de los 561 abiertos, 318 ya pasaron su fecha requerida de cierre (56,7%).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52/80 por Caminata 2 (65%);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49,5%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entregadas de 95: 36 aprobadas, 9 en revisión y 2 rechazadas. Quedan 17 en preparación y 31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 de los 351 P1 abiertos (48,7%), con 119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37,9%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carpetas ya están en manos del cliente (49,5%) y 0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1.145 P1 levantados; 69,3% cerrados. Atrasado = ítem abierto cuya fecha requerida de cierre ya venció al 07-09-2026.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7 días vencidos; el más antiguo lleva 120. 192 entre 1-30 días, 112 entre 31-90 días, 14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318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56,7% de los 561 abiertos ya venció su fecha requerida. Foco en Eléctrica (119), Piping (35), Obras Civiles (13).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28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65% (52/80).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31 sin iniciar. Solo 47 de 95 (49,5%) llegaron al cliente; 2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287 P1 abiertos y 138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2.101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2.101 DT · Atrasos al 07-09-2026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215/215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3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205/205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13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91,7%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365/398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abiertos · 17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 de cierre en P1 (33 abiertos), pero 299 DT abiertos entre P2, P3 y P4 sobre un total de 332.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DT con la fecha de compromiso vencida; mediana de 33 días y el más antiguo lleva 172.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215/215 exigibles. Caminata 2: 205/205, con 13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94%: 185 subsistemas sobre 95% y solo 4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2.101 DT · Atrasos al 07-09-2026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(205/205) — se descuentan 13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2.101 DT · Atrasos al 07-09-2026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2.101 DT levantados; 84,2% cerrados. Atrasado = DT abierto cuya fecha de compromiso de cierre ya venció al 07-09-2026.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365/398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0169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1.320/1.405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35219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33 días vencidos; el más antiguo lleva 172. 21 entre 1-30 días, 71 entre 31-90 días, 9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2.101 DT · Atrasos al 07-09-2026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101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son P2 y 17 son P1. La mediana de atraso es de 33 días y 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94% con 13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110 de los 332 DT abiertos (33,1%), con 4 atrasados. Además hay 4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2.101 DT · Atrasos al 07-09-2026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07-09-2026   ·   Corte anterior: 24-08-2026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07-09-2026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17 rechazadas · 10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59,8%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1.189/1.988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779 abiertos · 645 vencidos · 20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+33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1 a 0, mientras las realizadas al 100% se mantienen en 92 (67,6%).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entregadas de 136 (20,6%) y 0 aprobadas; las rechazadas pasaron de 12 a 17.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 P1 cerrado desde el corte anterior; 779 abiertos, de los cuales 645 superaron su fecha de vencimiento. El área 3000 concentra 687 (88,2%).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07-09-2026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94,6%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(21)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37/77 · 48,1%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687 (590)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(33)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07-09-2026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67,6%, y el área 3000 concentra 40 de los 44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realizadas · 44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0 por programar. Las «por programar» bajaron 1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07-09-2026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carpetas entregadas de 136 (20,6%). Ninguna aprobada aún: el flujo se acumula en revisión y hay 17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-5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5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6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19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+5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07-09-2026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59,8%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1.189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687 de 779 P1 abiertos (88,2%)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07-09-2026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10 en revisión y el rearmado de las 17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687 P1 abiertos (88,2% del total) y 40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645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82,8% de los P1 abiertos superó su fecha de vencimiento. Foco en Piping (206), Eléctrica (171), Instrumentación y Control (149).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subsistemas pendientes: 44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07-09-2026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2026-09-07T13:24:09Z</dcterms:created>
  <dcterms:modified xsi:type="dcterms:W3CDTF">2026-09-07T13:24:09Z</dcterms:modified>
</cp:coreProperties>
</file>