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88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195</c:v>
                </c:pt>
                <c:pt idx="1">
                  <c:v>45</c:v>
                </c:pt>
                <c:pt idx="2">
                  <c:v>50</c:v>
                </c:pt>
                <c:pt idx="3">
                  <c:v>9</c:v>
                </c:pt>
                <c:pt idx="4">
                  <c:v>15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1080</c:v>
                </c:pt>
                <c:pt idx="1">
                  <c:v>139</c:v>
                </c:pt>
                <c:pt idx="2">
                  <c:v>317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21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43</c:v>
                </c:pt>
                <c:pt idx="2">
                  <c:v>8</c:v>
                </c:pt>
                <c:pt idx="3">
                  <c:v>8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60</c:v>
                </c:pt>
                <c:pt idx="2">
                  <c:v>23</c:v>
                </c:pt>
                <c:pt idx="3">
                  <c:v>13</c:v>
                </c:pt>
                <c:pt idx="4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132</c:v>
                </c:pt>
                <c:pt idx="1">
                  <c:v>124</c:v>
                </c:pt>
                <c:pt idx="2">
                  <c:v>129</c:v>
                </c:pt>
                <c:pt idx="3">
                  <c:v>62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26</c:v>
                </c:pt>
                <c:pt idx="2">
                  <c:v>20</c:v>
                </c:pt>
                <c:pt idx="3">
                  <c:v>16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1474</c:v>
                </c:pt>
                <c:pt idx="1">
                  <c:v>582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22-09-2026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aprobadas · 8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1.080/1.536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 abiertos · 139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1.721 de 2.419 ítems cerrados (71,1%); de los 698 abiertos, 240 ya pasaron su fecha requerida de cierre (34,4%).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63/79 por Caminata 2 (79,7%);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61,1%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entregadas de 95: 44 aprobadas, 8 en revisión y 6 rechazadas. Quedan 17 en preparación y 20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de los 456 P1 abiertos (48%), con 24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carpetas ya están en manos del cliente (61,1%) y 45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1.536 P1 levantados; 70,3% cerrados. Atrasado = ítem abierto cuya fecha requerida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28 días vencidos; el más antiguo lleva 141. 151 entre 1-30 días, 77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34,4% de los 698 abiertos ya venció su fecha requerida. Foco en Piping (24), Eléctrica (88),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16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79,7% (63/79).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37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20 sin iniciar. Solo 58 de 95 (61,1%)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403 P1 abiertos y 96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2.175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98,2%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05-10-2026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98,2%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98,2% del universo · 0 programadas en plazo · 4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404/440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abiertos · 19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(36 abiertos), pero 277 DT abiertos entre P2, P3 y P4 sobre un total de 313.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DT con la fecha de compromiso vencida; mediana de 59 días y el más antiguo lleva 200.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98,2%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214/218,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98,2% de lo exigible (214/218)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2.175 DT levantados; 85,6% cerrados. Atrasado = DT abierto cuya fecha de compromiso de cierre ya venció al 05-10-2026.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404/440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1.374/1.437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95,6%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09249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59 días vencidos; el más antiguo lleva 200. 30 entre 1-30 días, 27 entre 31-90 días, 9 entre 91-180 días, 2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son P2 y 19 son P1. La mediana de atraso es de 59 días y 11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98,2%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108 de los 313 DT abiertos (34,5%), con 2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05-10-2026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01-10-2026   ·   Corte anterior: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15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abiertos · 448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2 a 0, mientras las realizadas al 100% se mantienen en 107 (78,7%).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entregadas de 136 (29,4%) y 0 aprobadas; las rechazadas pasaron de 21 a 24.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+37 P1 cerrado desde el corte anterior; 582 abiertos, de los cuales 448 superaron su fecha de vencimiento. El área 3000 concentra 536 (92,1%).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30/35 · 85,7%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50/77 · 64,9%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(421)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20/22 · 90,9%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78,7%, y el área 3000 concentra 27 de los 29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realizadas · 29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próximas a realizar y 0 por programar. Las «por programar» bajaron 2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carpetas entregadas de 136 (29,4%).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71,7%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1.474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de 582 P1 abiertos (92,1%)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15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 P1 abiertos (92,1% del total) y 27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448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de los P1 abiertos superó su fecha de vencimiento. Foco en Eléctrica (132), Instrumentación y Control (129), Piping (124).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subsistemas pendientes: 29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01-10-2026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2026-10-05T14:24:53Z</dcterms:created>
  <dcterms:modified xsi:type="dcterms:W3CDTF">2026-10-05T14:24:53Z</dcterms:modified>
</cp:coreProperties>
</file>