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110</c:v>
                </c:pt>
                <c:pt idx="1">
                  <c:v>89</c:v>
                </c:pt>
                <c:pt idx="2">
                  <c:v>27</c:v>
                </c:pt>
                <c:pt idx="3">
                  <c:v>15</c:v>
                </c:pt>
                <c:pt idx="4">
                  <c:v>10</c:v>
                </c:pt>
                <c:pt idx="5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93</c:v>
                </c:pt>
                <c:pt idx="1">
                  <c:v>27</c:v>
                </c:pt>
                <c:pt idx="2">
                  <c:v>30</c:v>
                </c:pt>
                <c:pt idx="3">
                  <c:v>3</c:v>
                </c:pt>
                <c:pt idx="4">
                  <c:v>3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1224</c:v>
                </c:pt>
                <c:pt idx="1">
                  <c:v>260</c:v>
                </c:pt>
                <c:pt idx="2">
                  <c:v>156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22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Agenda vencida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Estructura</c:v>
                  </c:pt>
                  <c:pt idx="3">
                    <c:v>Eléctrica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15</c:v>
                </c:pt>
                <c:pt idx="2">
                  <c:v>4</c:v>
                </c:pt>
                <c:pt idx="3">
                  <c:v>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Estructura</c:v>
                  </c:pt>
                  <c:pt idx="3">
                    <c:v>Eléctrica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130</c:v>
                </c:pt>
                <c:pt idx="1">
                  <c:v>56</c:v>
                </c:pt>
                <c:pt idx="2">
                  <c:v>13</c:v>
                </c:pt>
                <c:pt idx="3">
                  <c:v>12</c:v>
                </c:pt>
                <c:pt idx="4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77</c:v>
                </c:pt>
                <c:pt idx="2">
                  <c:v>22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/>
                </c:pt>
                <c:pt idx="2">
                  <c:v>5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7</c:v>
                </c:pt>
                <c:pt idx="2">
                  <c:v>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</c:v>
                </c:pt>
                <c:pt idx="1">
                  <c:v>69</c:v>
                </c:pt>
                <c:pt idx="2">
                  <c:v>15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</c:v>
                </c:pt>
                <c:pt idx="1">
                  <c:v>81</c:v>
                </c:pt>
                <c:pt idx="2">
                  <c:v>97</c:v>
                </c:pt>
                <c:pt idx="3">
                  <c:v>40</c:v>
                </c:pt>
                <c:pt idx="4">
                  <c:v/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47</c:v>
                </c:pt>
                <c:pt idx="1">
                  <c:v>45</c:v>
                </c:pt>
                <c:pt idx="2">
                  <c:v>22</c:v>
                </c:pt>
                <c:pt idx="3">
                  <c:v>15</c:v>
                </c:pt>
                <c:pt idx="4">
                  <c:v>16</c:v>
                </c:pt>
                <c:pt idx="5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1611</c:v>
                </c:pt>
                <c:pt idx="1">
                  <c:v>483</c:v>
                </c:pt>
                <c:pt idx="2">
                  <c:v>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71,6%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13-10-2026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13-10-2026 · Atrasos al 12-10-2026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71,6%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aprobadas · 10 en revisión · 7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74,6%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1.224/1.640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416 abiertos · 260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1.925 de 2.605 ítems cerrados (73,9%); de los 680 abiertos, 440 ya pasaron su fecha requerida de cierre (64,7%).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72/80 por Caminata 2 (90%);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71,6%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entregadas de 95: 51 aprobadas, 10 en revisión y 7 rechazadas. Quedan 16 en preparación y 11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 de los 416 P1 abiertos (48,8%), con 110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13-10-2026 · Atrasos al 12-10-2026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10,5%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16,8%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carpetas ya están en manos del cliente (71,6%) y 52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13-10-2026 · Atrasos al 12-10-2026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1.640 P1 levantados; 74,6% cerrados. Atrasado = ítem abierto cuya fecha requerida de cierre ya venció al 12-10-2026.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74,6%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12 días vencidos; el más antiguo lleva 155. 266 entre 1-30 días, 92 entre 31-90 días, 82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13-10-2026 · Atrasos al 12-10-2026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440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64,7% de los 680 abiertos ya venció su fecha requerida. Foco en Piping (110), Eléctrica (89), Mecánica (27).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8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90% (72/80).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27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están en preparación y 11 sin iniciar. Solo 68 de 95 (71,6%) llegaron al cliente; 7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367 P1 abiertos y 211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13-10-2026 · Atrasos al 12-10-2026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2.175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12-10-2026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218/218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del universo · 0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215/218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98,6% del universo · 0 programadas en plazo · 3 con agenda vencida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97,5%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429/440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abiertos · 6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97,5% de cierre en P1 (11 abiertos), pero 241 DT abiertos entre P2, P3 y P4 sobre un total de 252.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DT con la fecha de compromiso vencida; mediana de 38 días y el más antiguo lleva 207. Los 209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98,6%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218/218 exigibles. Caminata 2: 215/218, con 0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95,3%: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98,6% de lo exigible (215/218) — se descuentan 0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2.175 DT levantados; 88,4% cerrados. Atrasado = DT abierto cuya fecha de compromiso de cierre ya venció al 12-10-2026.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429/440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477006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1.408/1.437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49483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Shape 24"/>
          <p:cNvSpPr/>
          <p:nvPr/>
        </p:nvSpPr>
        <p:spPr>
          <a:xfrm>
            <a:off x="7936992" y="4224528"/>
            <a:ext cx="142646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5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4" name="Shape 30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38 días vencidos; el más antiguo lleva 207. 17 entre 1-30 días, 10 entre 31-90 días, 5 entre 91-180 días, 2 entre &gt;180 días.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34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son P2 y 6 son P1. La mediana de atraso es de 38 días y 7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1/3 (33,3%). A nivel proyecto la caminata 2 va 98,6% con 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48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(4%).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106 de los 252 DT abiertos (42,1%), con 0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3.175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33,8%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13-10-2026   ·   Corte anterior: 01-10-2026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13-10-2026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próximas · 0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+29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33,8%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24 rechazadas · 21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76,9%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1.611/2.094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483 abiertos · 325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+137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realizadas (100%); 0 próximas y 0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entregadas de 136 (33,8%) y 0 aprobadas; 24 rechazadas.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+137 P1 cerrado desde el corte anterior; 483 abiertos, de los cuales 325 superaron su fecha de vencimiento. El área 3000 concentra 440 (91,1%).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13-10-2026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31/35 · 88,6%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77/77 · 100%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 (301)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22/22 · 100%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7/22 · 31,8%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88,8%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(22)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(2)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13-10-2026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100%.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realizadas · 0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próximas a realizar y 0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13-10-2026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carpetas entregadas de 136 (33,8%). Ninguna aprobada aún: el flujo se acumula en revisión y hay 24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8" name="Shape 24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9" name="Text 25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1" name="Text 27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13-10-2026 · Áreas 2000/3000/4000/8000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2.094 P1 levantados; 76,9% cerrados. El pendiente se concentra en Eléctrica, Piping,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76,9%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1.611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483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 de 483 P1 abiertos (91,1%) están en el área 3000. Áreas 2000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13-10-2026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21 en revisión y el rearmado de las 24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 P1 abiertos (91,1% del total) y 0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325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67,3% de los P1 abiertos superó su fecha de vencimiento. Foco en Eléctrica (106), Instrumentación y Control (97), Piping (81).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subsistemas pendientes: 0 próximos a realizar y 0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13-10-2026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2026-10-13T17:43:54Z</dcterms:created>
  <dcterms:modified xsi:type="dcterms:W3CDTF">2026-10-13T17:43:54Z</dcterms:modified>
</cp:coreProperties>
</file>