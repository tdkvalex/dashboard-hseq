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Estructura</c:v>
                  </c:pt>
                  <c:pt idx="4">
                    <c:v>Mecánica</c:v>
                  </c:pt>
                  <c:pt idx="5">
                    <c:v>Instr. y Control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119</c:v>
                </c:pt>
                <c:pt idx="1">
                  <c:v>35</c:v>
                </c:pt>
                <c:pt idx="2">
                  <c:v>13</c:v>
                </c:pt>
                <c:pt idx="3">
                  <c:v>7</c:v>
                </c:pt>
                <c:pt idx="4">
                  <c:v>10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Estructura</c:v>
                  </c:pt>
                  <c:pt idx="4">
                    <c:v>Mecánica</c:v>
                  </c:pt>
                  <c:pt idx="5">
                    <c:v>Instr. y Control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52</c:v>
                </c:pt>
                <c:pt idx="1">
                  <c:v>91</c:v>
                </c:pt>
                <c:pt idx="2">
                  <c:v>8</c:v>
                </c:pt>
                <c:pt idx="3">
                  <c:v>7</c:v>
                </c:pt>
                <c:pt idx="4">
                  <c:v>1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794</c:v>
                </c:pt>
                <c:pt idx="1">
                  <c:v>184</c:v>
                </c:pt>
                <c:pt idx="2">
                  <c:v>167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23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4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2</c:v>
                </c:pt>
                <c:pt idx="3">
                  <c:v/>
                </c:pt>
                <c:pt idx="4">
                  <c:v/>
                </c:pt>
                <c:pt idx="5">
                  <c:v>3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6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61</c:v>
                </c:pt>
                <c:pt idx="2">
                  <c:v>32</c:v>
                </c:pt>
                <c:pt idx="3">
                  <c:v>12</c:v>
                </c:pt>
                <c:pt idx="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133</c:v>
                </c:pt>
                <c:pt idx="1">
                  <c:v>71</c:v>
                </c:pt>
                <c:pt idx="2">
                  <c:v>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37</c:v>
                </c:pt>
                <c:pt idx="2">
                  <c:v>19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14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203</c:v>
                </c:pt>
                <c:pt idx="1">
                  <c:v>170</c:v>
                </c:pt>
                <c:pt idx="2">
                  <c:v>147</c:v>
                </c:pt>
                <c:pt idx="3">
                  <c:v>97</c:v>
                </c:pt>
                <c:pt idx="4">
                  <c:v>13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</c:v>
                </c:pt>
                <c:pt idx="1">
                  <c:v>34</c:v>
                </c:pt>
                <c:pt idx="2">
                  <c:v>23</c:v>
                </c:pt>
                <c:pt idx="3">
                  <c:v>12</c:v>
                </c:pt>
                <c:pt idx="4">
                  <c:v>12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1222</c:v>
                </c:pt>
                <c:pt idx="1">
                  <c:v>755</c:v>
                </c:pt>
                <c:pt idx="2">
                  <c:v>13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aprobadas · 9 en revisión · 2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794/1.145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abiertos · 184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1.294 de 1.855 ítems cerrados (69,8%); de los 561 abiertos, 318 ya pasaron su fecha requerida de cierre (56,7%).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52/80 por Caminata 2 (65%);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49,5%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entregadas de 95: 36 aprobadas, 9 en revisión y 2 rechazadas. Quedan 17 en preparación y 31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 de los 351 P1 abiertos (48,7%), con 119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37,9%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carpetas ya están en manos del cliente (49,5%) y 0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1.145 P1 levantados; 69,3% cerrados. Atrasado = ítem abierto cuya fecha requerida de cierre ya venció al 07-09-2026.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7 días vencidos; el más antiguo lleva 120. 192 entre 1-30 días, 112 entre 31-90 días, 14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318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56,7% de los 561 abiertos ya venció su fecha requerida. Foco en Eléctrica (119), Piping (35), Obras Civiles (13).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28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65% (52/80).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están en preparación y 31 sin iniciar. Solo 47 de 95 (49,5%) llegaron al cliente; 2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287 P1 abiertos y 138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01-09-2026 · Atrasos al 07-09-2026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13-09-2026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2 programadas en plazo · 1 con agenda vencida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205/210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8 programadas en plazo · 5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89,7%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365/407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abiertos · 25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89,7% de cierre en P1 (42 abiertos), pero 301 DT abiertos entre P2, P3 y P4 sobre un total de 343.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DT con la fecha de compromiso vencida; mediana de 38 días y el más antiguo lleva 178.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99,5% y 97,6%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215/216 exigibles, 1 con agenda vencida. Caminata 2: 205/210, con 8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4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97,6% de lo exigible (205/210) — se descuentan 8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2.111 DT levantados; 83,8% cerrados. Atrasado = DT abierto cuya fecha de compromiso de cierre ya venció al 13-09-2026.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365/407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89,7%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198846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1.319/1.406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345058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38 días vencidos; el más antiguo lleva 178. 28 entre 1-30 días, 71 entre 31-90 días, 12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111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son P2 y 25 son P1. La mediana de atraso es de 38 días y 12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94% con 8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110 de los 343 DT abiertos (32,1%), con 4 atrasados. Además hay 4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2.111 DT · Atrasos al 13-09-2026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2.967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10-09-2026   ·   Corte anterior: 07-09-2026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11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1.222/1.990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 abiertos · 630 vencidos · 13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+33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de 136 realizadas (68,4%); 43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entregadas de 136 (22,8%) y 0 aprobadas; las rechazadas pasaron de 17 a 19.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+33 P1 cerrado desde el corte anterior; 755 abiertos, de los cuales 630 superaron su fecha de vencimiento. El área 3000 concentra 678 (89,8%).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21/35 · 60%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96,5%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(14)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37/77 · 48,1%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34,5%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(586)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83,5%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(30)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68,4%, y el área 3000 concentra 40 de los 43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68,4%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realizadas · 43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carpetas entregadas de 136 (22,8%).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+3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1.990 P1 levantados; 61,4%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755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de 755 P1 abiertos (89,8%)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11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P1 abiertos (89,8% del total) y 40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630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83,4% de los P1 abiertos superó su fecha de vencimiento. Foco en Piping (203), Eléctrica (170), Instrumentación y Control (147).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subsistemas pendientes: 43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2026-09-14T01:51:55Z</dcterms:created>
  <dcterms:modified xsi:type="dcterms:W3CDTF">2026-09-14T01:51:55Z</dcterms:modified>
</cp:coreProperties>
</file>