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9DBD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E0A3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D9DFE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2433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Operable (C2)</c:v>
                  </c:pt>
                  <c:pt idx="1">
                    <c:v>Componente (C2)</c:v>
                  </c:pt>
                  <c:pt idx="2">
                    <c:v>Facility (C1)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</c:v>
                </c:pt>
                <c:pt idx="1">
                  <c:v>2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D9DFE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2433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Operable (C2)</c:v>
                  </c:pt>
                  <c:pt idx="1">
                    <c:v>Componente (C2)</c:v>
                  </c:pt>
                  <c:pt idx="2">
                    <c:v>Facility (C1)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39</c:v>
                </c:pt>
                <c:pt idx="1">
                  <c:v>0</c:v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2433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CONTROL DE AVANCE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160020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Carpetas TOP, Caminatas y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P1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36118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 Vista ejecutiva por área y disciplina.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5204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5204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2636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636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068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068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0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1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1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2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1 · CAMINATAS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7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2 · CARPETAS TOP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9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0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5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9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0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3 · DETALLES P1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7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7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0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8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Minera Los Pelambres (AMSA)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97 subsistemas (80 Operable · 2 Componente · 15 Facility) en Desaladora y EB-2.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8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40,2%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39/97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aprobadas · 9 rechazadas · 14 en preparación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1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3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40,2%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entregadas de 97: 22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(97 SUBSISTEMAS)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9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0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22,7%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5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9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0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9,3%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5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14,4%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0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45,4%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carpetas ya están en manos del cliente (40,2%) y 27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7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7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0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39 de 97 (40,2%) llegaron al cliente; 9 volvieron rechazadas y hay que rearmarlas.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8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75 subsistemas. Es la ruta crítica del proyecto.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2026-07-27T16:17:05Z</dcterms:created>
  <dcterms:modified xsi:type="dcterms:W3CDTF">2026-07-27T16:17:05Z</dcterms:modified>
</cp:coreProperties>
</file>