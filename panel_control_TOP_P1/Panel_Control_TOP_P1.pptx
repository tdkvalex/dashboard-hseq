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19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105</c:v>
                </c:pt>
                <c:pt idx="1">
                  <c:v>35</c:v>
                </c:pt>
                <c:pt idx="2">
                  <c:v>11</c:v>
                </c:pt>
                <c:pt idx="3">
                  <c:v>9</c:v>
                </c:pt>
                <c:pt idx="4">
                  <c:v/>
                </c:pt>
                <c:pt idx="5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</c:v>
                </c:pt>
                <c:pt idx="1">
                  <c:v>126</c:v>
                </c:pt>
                <c:pt idx="2">
                  <c:v>19</c:v>
                </c:pt>
                <c:pt idx="3">
                  <c:v>9</c:v>
                </c:pt>
                <c:pt idx="4">
                  <c:v>17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961</c:v>
                </c:pt>
                <c:pt idx="1">
                  <c:v>168</c:v>
                </c:pt>
                <c:pt idx="2">
                  <c:v>255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15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33</c:v>
                </c:pt>
                <c:pt idx="2">
                  <c:v>25</c:v>
                </c:pt>
                <c:pt idx="3">
                  <c:v>10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56</c:v>
                </c:pt>
                <c:pt idx="2">
                  <c:v>8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45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29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</c:v>
                </c:pt>
                <c:pt idx="1">
                  <c:v>69</c:v>
                </c:pt>
                <c:pt idx="2">
                  <c:v>20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153</c:v>
                </c:pt>
                <c:pt idx="1">
                  <c:v>135</c:v>
                </c:pt>
                <c:pt idx="2">
                  <c:v>138</c:v>
                </c:pt>
                <c:pt idx="3">
                  <c:v>78</c:v>
                </c:pt>
                <c:pt idx="4">
                  <c:v/>
                </c:pt>
                <c:pt idx="5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</c:v>
                </c:pt>
                <c:pt idx="1">
                  <c:v>30</c:v>
                </c:pt>
                <c:pt idx="2">
                  <c:v>24</c:v>
                </c:pt>
                <c:pt idx="3">
                  <c:v>15</c:v>
                </c:pt>
                <c:pt idx="4">
                  <c:v>17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1362</c:v>
                </c:pt>
                <c:pt idx="1">
                  <c:v>633</c:v>
                </c:pt>
                <c:pt idx="2">
                  <c:v>30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15-09-2026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aprobadas · 10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961/1.384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423 abiertos · 168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1.533 de 2.197 ítems cerrados (69,8%); de los 664 abiertos, 292 ya pasaron su fecha requerida de cierre (44%).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60/79 por Caminata 2 (75,9%);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56,8%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entregadas de 95: 39 aprobadas, 10 en revisión y 5 rechazadas. Quedan 18 en preparación y 23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185 de los 423 P1 abiertos (43,7%), con 105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18,9%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24,2%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carpetas ya están en manos del cliente (56,8%) y 43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1.384 P1 levantados; 69,4% cerrados. Atrasado = ítem abierto cuya fecha requerida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21 días vencidos; el más antiguo lleva 134. 189 entre 1-30 días, 91 entre 31-90 días, 12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292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de los 664 abiertos ya venció su fecha requerida. Foco en Eléctrica (105), Piping (35), Mecánica (11).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75,9% (60/79).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41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están en preparación y 23 sin iniciar. Solo 54 de 95 (56,8%)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370 P1 abiertos y 125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15-09-2026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2.115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21-09-2026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216/216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 del universo · 2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207/207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11 programadas en plazo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94,1%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abiertos · 23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 de cierre en P1 (24 abiertos), pero 261 DT abiertos entre P2, P3 y P4 sobre un total de 285.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DT con la fecha de compromiso vencida; mediana de 45 días y el más antiguo lleva 186. Los 211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100%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216/216 exigibles. Caminata 2: 207/207, con 11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100% de lo exigible (207/207) — se descuentan 11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2.115 DT levantados; 86,5% cerrados. Atrasado = DT abierto cuya fecha de compromiso de cierre ya venció al 21-09-2026.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385/409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94,1%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35575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1.361/1.408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96,7%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4847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45 días vencidos; el más antiguo lleva 186. 25 entre 1-30 días, 40 entre 31-90 días, 7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73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son P2 y 23 son P1. La mediana de atraso es de 45 días y 8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(0%). A nivel proyecto la caminata 2 va 95% con 11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109 de los 285 DT abiertos (38,2%), con 3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2.115 DT · Atrasos al 21-09-2026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3.050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21-09-2026   ·   Corte anterior: 19-09-2026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próximas · 3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+5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27,2%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19 rechazadas · 17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1.362/2.025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633 abiertos · 508 vencidos · 30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+46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de 136 realizadas (73,5%); 33 próximas y 3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136 (27,2%) y 0 aprobadas; 19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 P1 cerrado desde el corte anterior; 633 abiertos, de los cuales 508 superaron su fecha de vencimiento. El área 3000 concentra 562 (88,8%).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27/35 · 77,1%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99,1%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(1)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45/77 · 58,4%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44,1%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562 (481)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2/22 · 9,1%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86,3%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(26)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73,5%, y el área 3000 concentra 32 de los 36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realizadas · 36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próximas a realizar y 3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entregadas de 136 (27,2%). Ninguna aprobada aún: el flujo se acumula en revisión y hay 19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2.025 P1 levantados; 67,3%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1.362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633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562 de 633 P1 abiertos (88,8%)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17 en revisión y el rearmado de las 19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562 P1 abiertos (88,8% del total) y 32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508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80,3% de los P1 abiertos superó su fecha de vencimiento. Foco en Eléctrica (153), Instrumentación y Control (138), Piping (135).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subsistemas pendientes: 33 próximos a realizar y 3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21-09-2026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2026-09-21T14:24:24Z</dcterms:created>
  <dcterms:modified xsi:type="dcterms:W3CDTF">2026-09-21T14:24:24Z</dcterms:modified>
</cp:coreProperties>
</file>