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5</c:v>
                </c:pt>
                <c:pt idx="2">
                  <c:v>7</c:v>
                </c:pt>
                <c:pt idx="3">
                  <c:v>8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</c:v>
                </c:pt>
                <c:pt idx="1">
                  <c:v>60</c:v>
                </c:pt>
                <c:pt idx="2">
                  <c:v>13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667</c:v>
                </c:pt>
                <c:pt idx="1">
                  <c:v>74</c:v>
                </c:pt>
                <c:pt idx="2">
                  <c:v>163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6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7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2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</c:v>
                </c:pt>
                <c:pt idx="1">
                  <c:v>81</c:v>
                </c:pt>
                <c:pt idx="2">
                  <c:v>38</c:v>
                </c:pt>
                <c:pt idx="3">
                  <c:v>17</c:v>
                </c:pt>
                <c:pt idx="4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138</c:v>
                </c:pt>
                <c:pt idx="1">
                  <c:v>56</c:v>
                </c:pt>
                <c:pt idx="2">
                  <c:v>32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217</c:v>
                </c:pt>
                <c:pt idx="1">
                  <c:v>173</c:v>
                </c:pt>
                <c:pt idx="2">
                  <c:v>153</c:v>
                </c:pt>
                <c:pt idx="3">
                  <c:v>107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</c:v>
                </c:pt>
                <c:pt idx="1">
                  <c:v>43</c:v>
                </c:pt>
                <c:pt idx="2">
                  <c:v>28</c:v>
                </c:pt>
                <c:pt idx="3">
                  <c:v>19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1154</c:v>
                </c:pt>
                <c:pt idx="1">
                  <c:v>828</c:v>
                </c:pt>
                <c:pt idx="2">
                  <c:v>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11-08-2026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17-08-2026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53,8%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aprobadas · 11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667/904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74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1.078 de 1.501 ítems cerrados (71,8%); de los 423 abiertos, 160 ya pasaron su fecha requerida de cierre (37,8%).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43/80 por Caminata 2 (53,8%);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43,2%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entregadas de 95: 25 aprobadas, 11 en revisión y 5 rechazadas. Quedan 12 en preparación y 42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de los 237 P1 abiertos (51,5%), con 52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17-08-2026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26,3%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carpetas ya están en manos del cliente (43,2%) y 29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17-08-2026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904 P1 levantados; 73,8% cerrados. Atrasado = ítem abierto cuya fecha requerida de cierre ya venció al 17-08-2026.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43 días vencidos; el más antiguo lleva 99. 145 entre 31-90 días, 15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17-08-2026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160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37,8% de los 423 abiertos ya venció su fecha requerida. Foco en Eléctrica (52), Piping (5), Obras Civiles (7).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37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53,8% (43/80).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54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están en preparación y 42 sin iniciar. Solo 41 de 95 (43,2%)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42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17-08-2026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2.062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17-08-2026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2.062 DT · Atrasos al 17-08-2026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211/211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 del universo · 7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194/194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del universo · 24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89,6%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337/376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abiertos · 15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89,6% de cierre en P1 (39 abiertos), pero 382 DT abiertos entre P2, P3 y P4 sobre un total de 421.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DT con la fecha de compromiso vencida; mediana de 19 días y el más antiguo lleva 151. Los 217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211/211 exigibles. Caminata 2: 194/194, con 24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93,1%: 182 subsistemas sobre 95% y solo 8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2.062 DT · Atrasos al 17-08-2026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(194/194) — se descuentan 24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2.062 DT · Atrasos al 17-08-2026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2.062 DT levantados; 79,6% cerrados. Atrasado = DT abierto cuya fecha de compromiso de cierre ya venció al 17-08-2026.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337/376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89,6%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195279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1.226/1.388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88,3%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148919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28,9%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3062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19 días vencidos; el más antiguo lleva 151. 102 entre 1-30 días, 62 entre 31-90 días, 15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2.062 DT · Atrasos al 17-08-2026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179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 son P2 y 15 son P1. La mediana de atraso es de 19 días y 15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6/22 (27,3%). A nivel proyecto la caminata 2 va 89% con 24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28,9%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119 de los 421 DT abiertos (28,3%), con 13 atrasados. Además hay 8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2.062 DT · Atrasos al 17-08-2026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   ·   Corte anterior: 26-07-2026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 abiertos · 667 vencidos · 6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de 135 realizadas (66,7%); 44 próximas y 1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12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P1 cerrado desde el corte anterior; 828 abiertos, de los cuales 667 superaron su fecha de vencimiento (+262 en el período). El área 3000 concentra 705 (85,1%).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(27)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(598)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76,2%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(41)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1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8" name="Shape 14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2" name="Shape 18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19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6" name="Shape 22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7" name="Text 23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29" name="Text 25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58%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de 828 P1 abiertos (85,1%)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P1 abiertos (85,1%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667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80,6% de los P1 abiertos superó su fecha de vencimiento. Foco en Piping (217), Eléctrica (173), Instrumentación y Control (153).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2026-08-17T14:02:15Z</dcterms:created>
  <dcterms:modified xsi:type="dcterms:W3CDTF">2026-08-17T14:02:15Z</dcterms:modified>
</cp:coreProperties>
</file>