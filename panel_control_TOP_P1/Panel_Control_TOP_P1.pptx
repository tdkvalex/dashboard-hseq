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2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</c:v>
                </c:pt>
                <c:pt idx="1">
                  <c:v/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 — Contrato Electromecánico Planta Concentradora y de Espesado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97 subsistemas (80 Operable · 2 Componente · 15 Facility) en Desaladora y EB-2.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39/97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40,2%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97: 22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(97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22,7%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45,4%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ya están en manos del cliente (40,2%) y 27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39 de 97 (40,2%)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75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2026-07-27T17:51:58Z</dcterms:created>
  <dcterms:modified xsi:type="dcterms:W3CDTF">2026-07-27T17:51:58Z</dcterms:modified>
</cp:coreProperties>
</file>