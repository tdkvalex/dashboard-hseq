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96,6%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96,6%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199/206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90,9% del universo · 13 programadas en plazo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170/179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77,6% del universo · 40 programadas en plazo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95% de lo exigible (170/179) — se descuentan 40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2026-07-31T19:59:28Z</dcterms:created>
  <dcterms:modified xsi:type="dcterms:W3CDTF">2026-07-31T19:59:28Z</dcterms:modified>
</cp:coreProperties>
</file>