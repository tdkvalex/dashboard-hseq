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88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195</c:v>
                </c:pt>
                <c:pt idx="1">
                  <c:v>45</c:v>
                </c:pt>
                <c:pt idx="2">
                  <c:v>50</c:v>
                </c:pt>
                <c:pt idx="3">
                  <c:v>9</c:v>
                </c:pt>
                <c:pt idx="4">
                  <c:v>15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1080</c:v>
                </c:pt>
                <c:pt idx="1">
                  <c:v>139</c:v>
                </c:pt>
                <c:pt idx="2">
                  <c:v>317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21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24</c:v>
                </c:pt>
                <c:pt idx="2">
                  <c:v>21</c:v>
                </c:pt>
                <c:pt idx="3">
                  <c:v>8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138</c:v>
                </c:pt>
                <c:pt idx="1">
                  <c:v>68</c:v>
                </c:pt>
                <c:pt idx="2">
                  <c:v>15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22-09-2026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aprobadas · 8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1.080/1.536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abiertos · 139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 de 2.419 ítems cerrados (71,1%); de los 698 abiertos, 240 ya pasaron su fecha requerida de cierre (34,4%).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63/79 por Caminata 2 (79,7%);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61,1%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entregadas de 95: 44 aprobadas, 8 en revisión y 6 rechazadas. Quedan 17 en preparación y 20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de los 456 P1 abiertos (48%), con 24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carpetas ya están en manos del cliente (61,1%) y 45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1.536 P1 levantados; 70,3% cerrados. Atrasado = ítem abierto cuya fecha requerida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141. 151 entre 1-30 días, 77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34,4% de los 698 abiertos ya venció su fecha requerida. Foco en Piping (24), Eléctrica (88),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16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79,7% (63/79).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20 sin iniciar. Solo 58 de 95 (61,1%)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403 P1 abiertos y 96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2.141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214/214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98,2% del universo · 4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16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 de cierre en P1 (30 abiertos), pero 264 DT abiertos entre P2, P3 y P4 sobre un total de 294.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DT con la fecha de compromiso vencida; mediana de 53 días y el más antiguo lleva 193.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214/214, con 4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(214/214) — se descuentan 4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2.141 DT levantados; 86,3% cerrados. Atrasado = DT abierto cuya fecha de compromiso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1296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1.370/1.420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1344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53 días vencidos; el más antiguo lleva 193. 18 entre 1-30 días, 31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57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son P2 y 16 son P1. La mediana de atraso es de 53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98,2% con 4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294 DT abiertos (36,7%),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2026-10-05T14:00:19Z</dcterms:created>
  <dcterms:modified xsi:type="dcterms:W3CDTF">2026-10-05T14:00:19Z</dcterms:modified>
</cp:coreProperties>
</file>