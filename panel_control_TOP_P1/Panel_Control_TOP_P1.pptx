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103</c:v>
                </c:pt>
                <c:pt idx="1">
                  <c:v>70</c:v>
                </c:pt>
                <c:pt idx="2">
                  <c:v>13</c:v>
                </c:pt>
                <c:pt idx="3">
                  <c:v>14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66</c:v>
                </c:pt>
                <c:pt idx="1">
                  <c:v>10</c:v>
                </c:pt>
                <c:pt idx="2">
                  <c:v>18</c:v>
                </c:pt>
                <c:pt idx="3">
                  <c:v>2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1412</c:v>
                </c:pt>
                <c:pt idx="1">
                  <c:v>212</c:v>
                </c:pt>
                <c:pt idx="2">
                  <c:v>99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4</c:v>
                </c:pt>
                <c:pt idx="2">
                  <c:v>2</c:v>
                </c:pt>
                <c:pt idx="3">
                  <c:v/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</c:v>
                </c:pt>
                <c:pt idx="1">
                  <c:v>57</c:v>
                </c:pt>
                <c:pt idx="2">
                  <c:v>13</c:v>
                </c:pt>
                <c:pt idx="3">
                  <c:v>7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77</c:v>
                </c:pt>
                <c:pt idx="2">
                  <c:v>22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</c:v>
                </c:pt>
                <c:pt idx="1">
                  <c:v>69</c:v>
                </c:pt>
                <c:pt idx="2">
                  <c:v>12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Instrum. y Control</c:v>
                  </c:pt>
                  <c:pt idx="1">
                    <c:v>Eléctrica</c:v>
                  </c:pt>
                  <c:pt idx="2">
                    <c:v>Piping</c:v>
                  </c:pt>
                  <c:pt idx="3">
                    <c:v>Estructura</c:v>
                  </c:pt>
                  <c:pt idx="4">
                    <c:v>Mecánica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</c:v>
                </c:pt>
                <c:pt idx="1">
                  <c:v>33</c:v>
                </c:pt>
                <c:pt idx="2">
                  <c:v>10</c:v>
                </c:pt>
                <c:pt idx="3">
                  <c:v>2</c:v>
                </c:pt>
                <c:pt idx="4">
                  <c:v>2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Instrum. y Control</c:v>
                  </c:pt>
                  <c:pt idx="1">
                    <c:v>Eléctrica</c:v>
                  </c:pt>
                  <c:pt idx="2">
                    <c:v>Piping</c:v>
                  </c:pt>
                  <c:pt idx="3">
                    <c:v>Estructura</c:v>
                  </c:pt>
                  <c:pt idx="4">
                    <c:v>Mecánica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</c:v>
                </c:pt>
                <c:pt idx="1">
                  <c:v>16</c:v>
                </c:pt>
                <c:pt idx="2">
                  <c:v>6</c:v>
                </c:pt>
                <c:pt idx="3">
                  <c:v>4</c:v>
                </c:pt>
                <c:pt idx="4">
                  <c:v>1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2039</c:v>
                </c:pt>
                <c:pt idx="1">
                  <c:v>143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20-10-2026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20-10-2026 · Atrasos al 26-10-2026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aprobadas · 8 en revisión · 7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1.412/1.723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abiertos · 212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2.210 de 2.748 ítems cerrados (80,4%); de los 538 abiertos, 370 ya pasaron su fecha requerida de cierre (68,8%).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72/80 por Caminata 2 (90%);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74,7%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entregadas de 95: 56 aprobadas, 8 en revisión y 7 rechazadas. Quedan 13 en preparación y 11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 de los 311 P1 abiertos (54,3%), con 103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20-10-2026 · Atrasos al 26-10-2026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58,9%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carpetas ya están en manos del cliente (74,7%) y 56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20-10-2026 · Atrasos al 26-10-2026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1.723 P1 levantados; 82% cerrados. Atrasado = ítem abierto cuya fecha requerida de cierre ya venció al 26-10-2026.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1.412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26 días vencidos; el más antiguo lleva 169. 190 entre 1-30 días, 104 entre 31-90 días, 76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20-10-2026 · Atrasos al 26-10-2026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370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68,8% de los 538 abiertos ya venció su fecha requerida. Foco en Piping (103), Eléctrica (70), Mecánica (13).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90% (72/80).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24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están en preparación y 11 sin iniciar. Solo 71 de 95 (74,7%) llegaron al cliente; 7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262 P1 abiertos y 163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20-10-2026 · Atrasos al 26-10-2026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2.181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26-10-2026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26-10-2026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444/444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abiertos · 0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 cierre en P1 (0 abiertos), pero 219 DT abiertos entre P2, P3 y P4 sobre un total de 219.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DT con la fecha de compromiso vencida; mediana de 87 días y el más antiguo lleva 122. Los 210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26-10-2026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26-10-2026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2.181 DT levantados; 90% cerrados. Atrasado = DT abierto cuya fecha de compromiso de cierre ya venció al 26-10-2026.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444/444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1.433/1.434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562594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74/244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30,3%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805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Shape 24"/>
          <p:cNvSpPr/>
          <p:nvPr/>
        </p:nvSpPr>
        <p:spPr>
          <a:xfrm>
            <a:off x="7936992" y="4224528"/>
            <a:ext cx="1426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5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Shape 30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87 días vencidos; el más antiguo lleva 122. 2 entre 1-30 días, 3 entre 31-90 días, 4 entre 91-180 días.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26-10-2026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9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son P2 y 0 son P1. La mediana de atraso es de 87 días y 4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48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(4%). P3 tampoco despega: 30,3%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106 de los 219 DT abiertos (48,4%), con 0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2.181 DT · Atrasos al 26-10-2026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3.314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26-10-2026   ·   Corte anterior: 19-10-2026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30 rechazadas · 18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2.039/2.182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abiertos · 86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+125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realizadas (100%); 0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entregadas de 136 (36%) y 0 aprobadas; 30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+125 P1 cerrado desde el corte anterior; 143 abiertos, de los cuales 86 superaron su fecha de vencimiento. El área 3000 concentra 143 (100%).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31/35 · 88,6%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77/77 · 100%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88,4%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(86)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· 100%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10/22 · 45,5%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100%.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realizadas · 0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carpetas entregadas de 136 (36%). Ninguna aprobada aún: el flujo se acumula en revisión y hay 30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2.182 P1 levantados; 93,4% cerrados. El pendiente se concentra en Instrumentación y Control, Eléctrica, Piping,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2.039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de 143 P1 abiertos (100%) están en el área 3000. Áreas 2000 y 4000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18 en revisión y el rearmado de las 30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P1 abiertos (100% del total) y 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86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60,1% de los P1 abiertos superó su fecha de vencimiento. Foco en Instrumentación y Control (39), Eléctrica (33), Piping (10).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subsistemas pendientes: 0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2026-10-26T13:35:12Z</dcterms:created>
  <dcterms:modified xsi:type="dcterms:W3CDTF">2026-10-26T13:35:12Z</dcterms:modified>
</cp:coreProperties>
</file>