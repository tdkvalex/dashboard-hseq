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42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</c:v>
                </c:pt>
                <c:pt idx="1">
                  <c:v>7</c:v>
                </c:pt>
                <c:pt idx="2">
                  <c:v>7</c:v>
                </c:pt>
                <c:pt idx="3">
                  <c:v>8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Eléctrica</c:v>
                  </c:pt>
                  <c:pt idx="1">
                    <c:v>Piping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67</c:v>
                </c:pt>
                <c:pt idx="2">
                  <c:v>10</c:v>
                </c:pt>
                <c:pt idx="3">
                  <c:v>5</c:v>
                </c:pt>
                <c:pt idx="4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637</c:v>
                </c:pt>
                <c:pt idx="1">
                  <c:v>76</c:v>
                </c:pt>
                <c:pt idx="2">
                  <c:v>149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19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6</c:v>
                </c:pt>
                <c:pt idx="6">
                  <c:v>110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 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110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14</c:v>
                </c:pt>
                <c:pt idx="6">
                  <c:v/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/>
                </c:pt>
                <c:pt idx="4">
                  <c:v>1</c:v>
                </c:pt>
                <c:pt idx="5">
                  <c:v>2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57</c:v>
                </c:pt>
                <c:pt idx="1">
                  <c:v>89</c:v>
                </c:pt>
                <c:pt idx="2">
                  <c:v>64</c:v>
                </c:pt>
                <c:pt idx="3">
                  <c:v>20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Obras Civiles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140</c:v>
                </c:pt>
                <c:pt idx="1">
                  <c:v>61</c:v>
                </c:pt>
                <c:pt idx="2">
                  <c:v>42</c:v>
                </c:pt>
                <c:pt idx="3">
                  <c:v>13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217</c:v>
                </c:pt>
                <c:pt idx="1">
                  <c:v>173</c:v>
                </c:pt>
                <c:pt idx="2">
                  <c:v>153</c:v>
                </c:pt>
                <c:pt idx="3">
                  <c:v>107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</c:v>
                </c:pt>
                <c:pt idx="1">
                  <c:v>43</c:v>
                </c:pt>
                <c:pt idx="2">
                  <c:v>28</c:v>
                </c:pt>
                <c:pt idx="3">
                  <c:v>19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1154</c:v>
                </c:pt>
                <c:pt idx="1">
                  <c:v>828</c:v>
                </c:pt>
                <c:pt idx="2">
                  <c:v>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3" Type="http://schemas.openxmlformats.org/officeDocument/2006/relationships/chart" Target="/ppt/charts/chart5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1" Type="http://schemas.openxmlformats.org/officeDocument/2006/relationships/image" Target="../media/image-1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ANTOFAGASTA MINERALS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14 en revisión · 5 rechazadas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637/862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225 abiertos · 76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1.022 de 1.437 ítems cerrados (71,1%); de los 415 abiertos, 166 ya pasaron su fecha requerida de cierre (40%).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42/80 por Caminata 2 (52,5%);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43,2%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entregadas de 95: 22 aprobadas, 14 en revisión y 5 rechazadas. Quedan 11 en preparación y 43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Eléctrica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de los 225 P1 abiertos (49,8%), con 52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23,2%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carpetas ya están en manos del cliente (43,2%) y 28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862 P1 levantados; 73,9% cerrados. Atrasado = ítem abierto cuya fecha requerida de cierre ya venció al 05-08-2026.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73,9%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637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31 días vencidos; el más antiguo lleva 87. 21 entre 1-30 días, 145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166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 de los 415 abiertos ya venció su fecha requerida. Foco en Eléctrica (52), Piping (7), Obras Civiles (7).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38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52,5% (42/80).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54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están en preparación y 43 sin iniciar. Solo 41 de 95 (43,2%) llegaron al cliente; 5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169 P1 abiertos y 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05-08-2026 · Atrasos al 05-08-2026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218 subsistemas en 9 áreas · 2.057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exigible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exigible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92,8%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84,3%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P1+P2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10-08-2026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207/208 exigibles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del universo · 10 programadas en plazo · 1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99,5%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194/195 exigibles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del universo · 23 programadas en plazo · 1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92,8%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181/218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87,5%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329/376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abiertos · 22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87,5% de cierre en P1 (47 abiertos), pero 451 DT abiertos entre P2, P3 y P4 sobre un total de 498.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239 DT con la fecha de compromiso vencida; mediana de 13 días y el más antiguo lleva 144. Los 218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Caminatas: 99,5% y 99,5% de lo exigible (C1 y C2).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207/208 exigibles. Caminata 2: 194/195, con 23 agendadas en plazo y 1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92,8%: 181 subsistemas sobre 95% y solo 8 bajo 80%.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2: 99,5% de lo exigible (194/195) — se descuentan 23 agendadas a fecha futura, que no son incumplimiento al corte.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2.057 DT levantados; 75,8% cerrados. Atrasado = DT abierto cuya fecha de compromiso de cierre ya venció al 10-08-2026.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3230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3230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329/376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3230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87,5%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68833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688336"/>
            <a:ext cx="3120390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29443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29443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1.153/1.383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29443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83,4%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2004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200400"/>
            <a:ext cx="2974177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45643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4564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45643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71246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712464"/>
            <a:ext cx="1016356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39684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39684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39684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22452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4805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48056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48056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4736592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02920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138928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13 días vencidos; el más antiguo lleva 144. 157 entre 1-30 días, 61 entre 31-90 días, 21 entre 91-180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239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214 son P2 y 22 son P1. La mediana de atraso es de 13 días y 21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6/22 (27,3%). A nivel proyecto la caminata 2 va 89% con 23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28,5%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161 de los 498 DT abiertos (32,3%), con 55 atrasados. Además hay 8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STATUS_SUBSISTEMAS_TALABRE + Detalle_de_Terminaciones · 218 subsistemas · 2.057 DT · Atrasos al 10-08-2026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Electromecánico Planta Concentradora y de Espesado · MASA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10-08-2026   ·   Corte anterior: 26-07-2026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 · 1 observadas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 abiertos · 667 vencidos · 6 en trámite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+6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caminatas al 100%.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de 135 realizadas (66,7%); 44 próximas y 1 por programar.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12 rechazadas.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P1 cerrado desde el corte anterior; 828 abiertos, de los cuales 667 superaron su fecha de vencimiento (+262 en el período). El área 3000 concentra 705 (85,1%).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92,8%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(27)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(598)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76,2%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(41)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4" name="Shape 10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5" name="Text 11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8" name="Shape 14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2" name="Shape 18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3" name="Text 19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6" name="Shape 22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27" name="Text 23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29" name="Text 25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31" name="Text 2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32" name="Text 2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58%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1.154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de 828 P1 abiertos (85,1%)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705 P1 abiertos (85,1%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667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80,6% de los P1 abiertos superó su fecha de vencimiento. Foco en Piping (217), Eléctrica (173), Instrumentación y Control (153).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10-08-2026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2026-08-10T15:25:15Z</dcterms:created>
  <dcterms:modified xsi:type="dcterms:W3CDTF">2026-08-10T15:25:15Z</dcterms:modified>
</cp:coreProperties>
</file>