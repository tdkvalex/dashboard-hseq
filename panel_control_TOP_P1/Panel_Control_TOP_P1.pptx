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60</c:v>
                </c:pt>
                <c:pt idx="2">
                  <c:v>13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667</c:v>
                </c:pt>
                <c:pt idx="1">
                  <c:v>74</c:v>
                </c:pt>
                <c:pt idx="2">
                  <c:v>163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6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14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2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89</c:v>
                </c:pt>
                <c:pt idx="2">
                  <c:v>64</c:v>
                </c:pt>
                <c:pt idx="3">
                  <c:v>20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140</c:v>
                </c:pt>
                <c:pt idx="1">
                  <c:v>61</c:v>
                </c:pt>
                <c:pt idx="2">
                  <c:v>42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173</c:v>
                </c:pt>
                <c:pt idx="2">
                  <c:v>153</c:v>
                </c:pt>
                <c:pt idx="3">
                  <c:v>107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</c:v>
                </c:pt>
                <c:pt idx="1">
                  <c:v>43</c:v>
                </c:pt>
                <c:pt idx="2">
                  <c:v>28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828</c:v>
                </c:pt>
                <c:pt idx="2">
                  <c:v>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11-08-2026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11-08-2026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53,8%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aprobadas · 11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667/904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74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1.078 de 1.501 ítems cerrados (71,8%); de los 423 abiertos, 160 ya pasaron su fecha requerida de cierre (37,8%).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43/80 por Caminata 2 (53,8%);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25 aprobadas, 11 en revisión y 5 rechazadas. Quedan 12 en preparación y 42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de los 237 P1 abiertos (51,5%),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11-08-2026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29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11-08-2026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904 P1 levantados; 73,8% cerrados. Atrasado = ítem abierto cuya fecha requerida de cierre ya venció al 11-08-2026.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37 días vencidos; el más antiguo lleva 93. 157 entre 31-90 días, 3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11-08-2026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37,8% de los 423 abiertos ya venció su fecha requerida. Foco en Eléctrica (52), Piping (5),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37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53,8% (43/80).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están en preparación y 42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42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11-08-2026 · Atrasos al 11-08-2026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2.057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10 programadas en plazo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194/195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del universo · 23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abiertos · 22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 de cierre en P1 (47 abiertos), pero 451 DT abiertos entre P2, P3 y P4 sobre un total de 498.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DT con la fecha de compromiso vencida; mediana de 13 días y el más antiguo lleva 144.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207/208 exigibles. Caminata 2: 194/195, con 23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92,8%: 181 subsistemas sobre 95% y solo 8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(194/195) — se descuentan 23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 DT levantados; 75,8% cerrados. Atrasado = DT abierto cuya fecha de compromiso de cierre ya venció al 10-08-2026.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20390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1.153/1.383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4177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13 días vencidos; el más antiguo lleva 144. 157 entre 1-30 días, 61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239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son P2 y 22 son P1. La mediana de atraso es de 13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6/22 (27,3%). A nivel proyecto la caminata 2 va 89% con 23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161 de los 498 DT abiertos (32,3%), con 55 atrasados. Además hay 8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   ·   Corte anterior: 26-07-2026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abiertos · 667 vencidos · 6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P1 cerrado desde el corte anterior; 828 abiertos, de los cuales 667 superaron su fecha de vencimiento (+262 en el período). El área 3000 concentra 705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(598)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de 828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667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80,6% de los P1 abiertos superó su fecha de vencimiento. Foco en Piping (217),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2026-08-17T13:50:28Z</dcterms:created>
  <dcterms:modified xsi:type="dcterms:W3CDTF">2026-08-17T13:50:28Z</dcterms:modified>
</cp:coreProperties>
</file>