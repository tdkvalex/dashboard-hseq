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84</c:v>
                </c:pt>
                <c:pt idx="1">
                  <c:v>83</c:v>
                </c:pt>
                <c:pt idx="2">
                  <c:v>11</c:v>
                </c:pt>
                <c:pt idx="3">
                  <c:v>14</c:v>
                </c:pt>
                <c:pt idx="4">
                  <c:v>5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148</c:v>
                </c:pt>
                <c:pt idx="1">
                  <c:v>31</c:v>
                </c:pt>
                <c:pt idx="2">
                  <c:v>48</c:v>
                </c:pt>
                <c:pt idx="3">
                  <c:v>1</c:v>
                </c:pt>
                <c:pt idx="4">
                  <c:v>8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1129</c:v>
                </c:pt>
                <c:pt idx="1">
                  <c:v>206</c:v>
                </c:pt>
                <c:pt idx="2">
                  <c:v>237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22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43</c:v>
                </c:pt>
                <c:pt idx="2">
                  <c:v>8</c:v>
                </c:pt>
                <c:pt idx="3">
                  <c:v>8</c:v>
                </c:pt>
                <c:pt idx="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60</c:v>
                </c:pt>
                <c:pt idx="2">
                  <c:v>23</c:v>
                </c:pt>
                <c:pt idx="3">
                  <c:v>13</c:v>
                </c:pt>
                <c:pt idx="4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50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132</c:v>
                </c:pt>
                <c:pt idx="1">
                  <c:v>124</c:v>
                </c:pt>
                <c:pt idx="2">
                  <c:v>129</c:v>
                </c:pt>
                <c:pt idx="3">
                  <c:v>62</c:v>
                </c:pt>
                <c:pt idx="4">
                  <c:v/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26</c:v>
                </c:pt>
                <c:pt idx="2">
                  <c:v>20</c:v>
                </c:pt>
                <c:pt idx="3">
                  <c:v>16</c:v>
                </c:pt>
                <c:pt idx="4">
                  <c:v>16</c:v>
                </c:pt>
                <c:pt idx="5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1474</c:v>
                </c:pt>
                <c:pt idx="1">
                  <c:v>582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29-09-2026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aprobadas · 11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1.129/1.572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443 abiertos · 206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1.792 de 2.481 ítems cerrados (72,2%); de los 689 abiertos, 366 ya pasaron su fecha requerida de cierre (53,1%).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66/79 por Caminata 2 (83,5%);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66,3%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entregadas de 95: 46 aprobadas, 11 en revisión y 6 rechazadas. Quedan 15 en preparación y 17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 de los 443 P1 abiertos (52,4%), con 84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48,4%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15,8%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carpetas ya están en manos del cliente (66,3%) y 46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1.572 P1 levantados; 71,8% cerrados. Atrasado = ítem abierto cuya fecha requerida de cierre ya venció al 05-10-2026.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1.129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20 días vencidos; el más antiguo lleva 148. 202 entre 1-30 días, 82 entre 31-90 días, 82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366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53,1% de los 689 abiertos ya venció su fecha requerida. Foco en Piping (84), Eléctrica (83),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13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83,5% (66/79).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32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están en preparación y 17 sin iniciar. Solo 63 de 95 (66,3%)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391 P1 abiertos y 154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05-10-2026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2.175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05-10-2026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0 programadas en plazo · 3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404/440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abiertos · 19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(36 abiertos), pero 277 DT abiertos entre P2, P3 y P4 sobre un total de 313.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DT con la fecha de compromiso vencida; mediana de 59 días y el más antiguo lleva 200.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98,6%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215/218, con 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95,3%: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98,6% de lo exigible (215/218) — se descuentan 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2.175 DT levantados; 85,6% cerrados. Atrasado = DT abierto cuya fecha de compromiso de cierre ya venció al 05-10-2026.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404/440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1.374/1.437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95,6%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09249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59 días vencidos; el más antiguo lleva 200. 30 entre 1-30 días, 27 entre 31-90 días, 9 entre 91-180 días, 2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son P2 y 19 son P1. La mediana de atraso es de 59 días y 11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98,6% con 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108 de los 313 DT abiertos (34,5%), con 2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3.114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01-10-2026   ·   Corte anterior: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24 rechazadas · 15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1.474/2.056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abiertos · 448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+37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2 a 0, mientras las realizadas al 100% se mantienen en 107 (78,7%).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entregadas de 136 (29,4%) y 0 aprobadas; las rechazadas pasaron de 21 a 24.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 P1 cerrado desde el corte anterior; 582 abiertos, de los cuales 448 superaron su fecha de vencimiento. El área 3000 concentra 536 (92,1%).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30/35 · 85,7%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50/77 · 64,9%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(421)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20/22 · 90,9%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(25)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78,7%, y el área 3000 concentra 27 de los 29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realizadas · 29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a realizar y 0 por programar. Las «por programar» bajaron 2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carpetas entregadas de 136 (29,4%). Ninguna aprobada aún: el flujo se acumula en revisión y hay 24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2.056 P1 levantados; 71,7%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de 582 P1 abiertos (92,1%)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15 en revisión y el rearmado de las 24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P1 abiertos (92,1% del total) y 27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448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los P1 abiertos superó su fecha de vencimiento. Foco en Eléctrica (132), Instrumentación y Control (129), Piping (124).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subsistemas pendientes: 29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2026-10-05T14:48:14Z</dcterms:created>
  <dcterms:modified xsi:type="dcterms:W3CDTF">2026-10-05T14:48:14Z</dcterms:modified>
</cp:coreProperties>
</file>