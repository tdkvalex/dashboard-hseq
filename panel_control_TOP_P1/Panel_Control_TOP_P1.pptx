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105</c:v>
                </c:pt>
                <c:pt idx="1">
                  <c:v>35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126</c:v>
                </c:pt>
                <c:pt idx="2">
                  <c:v>19</c:v>
                </c:pt>
                <c:pt idx="3">
                  <c:v>9</c:v>
                </c:pt>
                <c:pt idx="4">
                  <c:v>17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39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38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</c:v>
                </c:pt>
                <c:pt idx="1">
                  <c:v>163</c:v>
                </c:pt>
                <c:pt idx="2">
                  <c:v>141</c:v>
                </c:pt>
                <c:pt idx="3">
                  <c:v>78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</c:v>
                </c:pt>
                <c:pt idx="1">
                  <c:v>35</c:v>
                </c:pt>
                <c:pt idx="2">
                  <c:v>24</c:v>
                </c:pt>
                <c:pt idx="3">
                  <c:v>12</c:v>
                </c:pt>
                <c:pt idx="4">
                  <c:v>17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1316</c:v>
                </c:pt>
                <c:pt idx="1">
                  <c:v>690</c:v>
                </c:pt>
                <c:pt idx="2">
                  <c:v>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15-09-2026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aprobadas · 10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961/1.384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1.533 de 2.197 ítems cerrados (69,8%); de los 664 abiertos, 292 ya pasaron su fecha requerida de cierre (44%).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60/79 por Caminata 2 (75,9%);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56,8%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entregadas de 95: 39 aprobadas, 10 en revisión y 5 rechazadas. Quedan 18 en preparación y 23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de los 423 P1 abiertos (43,7%), con 105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carpetas ya están en manos del cliente (56,8%) y 43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1.384 P1 levantados; 69,4% cerrados. Atrasado = ítem abierto cuya fecha requerida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21 días vencidos; el más antiguo lleva 134. 189 entre 1-30 días, 91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de los 664 abiertos ya venció su fecha requerida. Foco en Eléctrica (105), Piping (35),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75,9% (60/79).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41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23 sin iniciar. Solo 54 de 95 (56,8%)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370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3.007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19-09-2026   ·   Corte anterior: 10-09-2026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1.316/2.008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 abiertos · 569 vencidos · 2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+94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de 136 realizadas (69,9%); 41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136 (27,2%) y 0 aprobadas; 19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+94 P1 cerrado desde el corte anterior; 690 abiertos, de los cuales 569 superaron su fecha de vencimiento. El área 3000 concentra 612 (88,7%).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 · 77,1%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(10)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39/77 · 50,6%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(529)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85,4%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(27)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69,9%, y el área 3000 concentra 38 de los 41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realizadas · 41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entregadas de 136 (27,2%).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2.008 P1 levantados; 65,5%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65,5%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1.316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de 690 P1 abiertos (88,7%)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612 P1 abiertos (88,7% del total) y 38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569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82,5% de los P1 abiertos superó su fecha de vencimiento. Foco en Piping (180), Eléctrica (163), Instrumentación y Control (141).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subsistemas pendientes: 41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19-09-2026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2026-09-21T13:29:56Z</dcterms:created>
  <dcterms:modified xsi:type="dcterms:W3CDTF">2026-09-21T13:29:56Z</dcterms:modified>
</cp:coreProperties>
</file>