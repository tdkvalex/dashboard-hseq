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41</c:v>
                </c:pt>
                <c:pt idx="1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Operable (C2)</c:v>
                  </c:pt>
                  <c:pt idx="1">
                    <c:v>Facility (C1)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39</c:v>
                </c:pt>
                <c:pt idx="1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95 subsistemas (80 Operable · 15 Facility) en Desaladora y EB-2.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suman al universo 2 componentes ya entregados: son entregas parciales de un subsistema que ya está contado.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38,9%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37/95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38,9%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entregadas de 95: 20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(95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21,1%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8,4%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9,5%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14,7%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46,3%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carpetas ya están en manos del cliente (38,9%) y 25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37 de 95 (38,9%)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74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2026-07-31T18:00:14Z</dcterms:created>
  <dcterms:modified xsi:type="dcterms:W3CDTF">2026-07-31T18:00:14Z</dcterms:modified>
</cp:coreProperties>
</file>