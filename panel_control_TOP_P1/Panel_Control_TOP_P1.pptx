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63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</c:v>
                </c:pt>
                <c:pt idx="1">
                  <c:v>88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195</c:v>
                </c:pt>
                <c:pt idx="1">
                  <c:v>45</c:v>
                </c:pt>
                <c:pt idx="2">
                  <c:v>50</c:v>
                </c:pt>
                <c:pt idx="3">
                  <c:v>9</c:v>
                </c:pt>
                <c:pt idx="4">
                  <c:v>15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1080</c:v>
                </c:pt>
                <c:pt idx="1">
                  <c:v>139</c:v>
                </c:pt>
                <c:pt idx="2">
                  <c:v>317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21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24</c:v>
                </c:pt>
                <c:pt idx="2">
                  <c:v>21</c:v>
                </c:pt>
                <c:pt idx="3">
                  <c:v>8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138</c:v>
                </c:pt>
                <c:pt idx="1">
                  <c:v>68</c:v>
                </c:pt>
                <c:pt idx="2">
                  <c:v>15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51</c:v>
                </c:pt>
                <c:pt idx="2">
                  <c:v>19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24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13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141</c:v>
                </c:pt>
                <c:pt idx="1">
                  <c:v>126</c:v>
                </c:pt>
                <c:pt idx="2">
                  <c:v>133</c:v>
                </c:pt>
                <c:pt idx="3">
                  <c:v>70</c:v>
                </c:pt>
                <c:pt idx="4">
                  <c:v>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28</c:v>
                </c:pt>
                <c:pt idx="2">
                  <c:v>21</c:v>
                </c:pt>
                <c:pt idx="3">
                  <c:v>20</c:v>
                </c:pt>
                <c:pt idx="4">
                  <c:v>13</c:v>
                </c:pt>
                <c:pt idx="5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1437</c:v>
                </c:pt>
                <c:pt idx="1">
                  <c:v>619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22-09-2026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aprobadas · 8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1.080/1.536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456 abiertos · 139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1.721 de 2.419 ítems cerrados (71,1%); de los 698 abiertos, 240 ya pasaron su fecha requerida de cierre (34,4%).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63/79 por Caminata 2 (79,7%);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61,1%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entregadas de 95: 44 aprobadas, 8 en revisión y 6 rechazadas. Quedan 17 en preparación y 20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de los 456 P1 abiertos (48%), con 24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carpetas ya están en manos del cliente (61,1%) y 45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1.536 P1 levantados; 70,3% cerrados. Atrasado = ítem abierto cuya fecha requerida de cierre ya venció al 28-09-2026.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28 días vencidos; el más antiguo lleva 141. 151 entre 1-30 días, 77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240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34,4% de los 698 abiertos ya venció su fecha requerida. Foco en Piping (24), Eléctrica (88),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16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79,7% (63/79).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37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están en preparación y 20 sin iniciar. Solo 58 de 95 (61,1%)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403 P1 abiertos y 96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2.141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214/214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98,2% del universo · 4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92,9%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393/423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abiertos · 16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92,9% de cierre en P1 (30 abiertos), pero 264 DT abiertos entre P2, P3 y P4 sobre un total de 294.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DT con la fecha de compromiso vencida; mediana de 53 días y el más antiguo lleva 193.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214/214, con 4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(214/214) — se descuentan 4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2.141 DT levantados; 86,3% cerrados. Atrasado = DT abierto cuya fecha de compromiso de cierre ya venció al 28-09-2026.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393/423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92,9%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1296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1.370/1.420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41344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53 días vencidos; el más antiguo lleva 193. 18 entre 1-30 días, 31 entre 31-90 días, 7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57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son P2 y 16 son P1. La mediana de atraso es de 53 días y 8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98,2% con 4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108 de los 294 DT abiertos (36,7%), con 2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3.106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77,2%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28-09-2026   ·   Corte anterior: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77,2%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· 2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+5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28,7%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21 rechazadas · 17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1.437/2.056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 abiertos · 477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+75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 a 2, mientras las realizadas al 100% se mantienen en 105 (77,2%).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136 (28,7%) y 0 aprobadas; las rechazadas pasaron de 19 a 21.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+75 P1 cerrado desde el corte anterior; 619 abiertos, de los cuales 477 superaron su fecha de vencimiento. El área 3000 concentra 543 (87,7%).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33/35 · 94,3%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29/35 · 82,9%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51/77 · 66,2%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 (450)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87,7%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(25)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77,2%, y el área 3000 concentra 26 de los 31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77,2%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realizadas · 31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a realizar y 2 por programar. Las «por programar» bajaron 1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entregadas de 136 (28,7%). Ninguna aprobada aún: el flujo se acumula en revisión y hay 21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5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0" name="Text 16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3" name="Shape 19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2.056 P1 levantados; 69,9%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1.437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 de 619 P1 abiertos (87,7%)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17 en revisión y el rearmado de las 21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 P1 abiertos (87,7% del total) y 26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477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77,1% de los P1 abiertos superó su fecha de vencimiento. Foco en Eléctrica (141), Instrumentación y Control (133), Piping (126).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subsistemas pendientes: 29 próximos a realizar y 2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2026-09-28T14:06:51Z</dcterms:created>
  <dcterms:modified xsi:type="dcterms:W3CDTF">2026-09-28T14:06:51Z</dcterms:modified>
</cp:coreProperties>
</file>