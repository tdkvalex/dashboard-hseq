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9DBD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E0A3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D9DF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CONTROL DE AVANCE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6002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Carpetas TOP, Caminatas y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P1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 Vista ejecutiva por área y disciplina.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5204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5204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636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068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0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1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1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2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9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0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0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7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2026-07-27T14:57:42Z</dcterms:created>
  <dcterms:modified xsi:type="dcterms:W3CDTF">2026-07-27T14:57:42Z</dcterms:modified>
</cp:coreProperties>
</file>