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39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10</c:v>
                </c:pt>
                <c:pt idx="6">
                  <c:v>104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>12</c:v>
                </c:pt>
                <c:pt idx="6">
                  <c:v>6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59</c:v>
                </c:pt>
                <c:pt idx="2">
                  <c:v>45</c:v>
                </c:pt>
                <c:pt idx="3">
                  <c:v>9</c:v>
                </c:pt>
                <c:pt idx="4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170</c:v>
                </c:pt>
                <c:pt idx="1">
                  <c:v>91</c:v>
                </c:pt>
                <c:pt idx="2">
                  <c:v>34</c:v>
                </c:pt>
                <c:pt idx="3">
                  <c:v>24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2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38,9%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95: 20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ya están en manos del cliente (38,9%) y 25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37 de 95 (38,9%)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2.024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205/208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del universo · 10 programadas en plazo · 2 con agenda vencida · 1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192/193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88,1% del universo · 25 programadas en plazo · 1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abiertos · 11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 de cierre en P1 (29 abiertos), pero 451 DT abiertos entre P2, P3 y P4 sobre un total de 480.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DT con la fecha de compromiso vencida; mediana de 31 días y el más antiguo lleva 137. Los 218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98,6% y 99,5%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205/208 exigibles, 2 con agenda vencida. Caminata 2: 192/193, con 25 agendadas en plazo y 1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92,7%: 181 subsistemas sobre 95% y solo 9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99,5% de lo exigible (192/193) — se descuentan 25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2.024 DT levantados; 76,3% cerrados. Atrasado = DT abierto cuya fecha de compromiso de cierre ya venció al 03-08-2026.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273735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1.144/1.374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83,3%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2970611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1635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31 días vencidos; el más antiguo lleva 137. 78 entre 1-30 días, 59 entre 31-90 días, 21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158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 son P2 y 11 son P1. La mediana de atraso es de 31 días y 21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10/22 (45,5%). A nivel proyecto la caminata 2 va 88,1% con 25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28,5%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154 de los 480 DT abiertos (32,1%), con 31 atrasados. Además hay 9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2026-08-03T19:12:56Z</dcterms:created>
  <dcterms:modified xsi:type="dcterms:W3CDTF">2026-08-03T19:12:56Z</dcterms:modified>
</cp:coreProperties>
</file>