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9DBD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E0A3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D9DF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2433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2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D9DF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2433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39</c:v>
                </c:pt>
                <c:pt idx="1">
                  <c:v>0</c:v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2433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18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5</c:v>
                </c:pt>
                <c:pt idx="6">
                  <c:v>88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16</c:v>
                </c:pt>
                <c:pt idx="6">
                  <c:v>22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D9DF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  <c:pt idx="7">
                  <c:v>1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2E9E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88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1</c:v>
                </c:pt>
                <c:pt idx="2">
                  <c:v>7</c:v>
                </c:pt>
                <c:pt idx="3">
                  <c:v>0</c:v>
                </c:pt>
                <c:pt idx="4">
                  <c:v>3</c:v>
                </c:pt>
                <c:pt idx="5">
                  <c:v>13</c:v>
                </c:pt>
                <c:pt idx="6">
                  <c:v>22</c:v>
                </c:pt>
                <c:pt idx="7">
                  <c:v>4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>0</c:v>
                </c:pt>
                <c:pt idx="4">
                  <c:v>1</c:v>
                </c:pt>
                <c:pt idx="5">
                  <c:v>3</c:v>
                </c:pt>
                <c:pt idx="6">
                  <c:v>0</c:v>
                </c:pt>
                <c:pt idx="7">
                  <c:v>1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63</c:v>
                </c:pt>
                <c:pt idx="2">
                  <c:v>34</c:v>
                </c:pt>
                <c:pt idx="3">
                  <c:v>6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119</c:v>
                </c:pt>
                <c:pt idx="1">
                  <c:v>141</c:v>
                </c:pt>
                <c:pt idx="2">
                  <c:v>5</c:v>
                </c:pt>
                <c:pt idx="3">
                  <c:v>31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CONTROL DE AVANCE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60020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Carpetas TOP, Caminatas y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P1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 Vista ejecutiva por área y disciplina.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5204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5204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636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636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068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0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1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1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2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 · CAMINATAS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 · CARPETAS TOP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9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0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9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0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 · DETALLES P1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7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Minera Los Pelambres (AMSA)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97 subsistemas (80 Operable · 2 Componente · 15 Facility) en Desaladora y EB-2.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8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39/97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9 rechazadas · 14 en preparación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40,2%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entregadas de 97: 22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(97 SUBSISTEMAS)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9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0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22,7%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5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9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9,3%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5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14,4%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0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45,4%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carpetas ya están en manos del cliente (40,2%) y 27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7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39 de 97 (40,2%) llegaron al cliente; 9 volvieron rechazadas y hay que rearmarlas.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75 subsistemas. Es la ruta crítica del proyecto.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219 subsistemas en 9 áreas · 1.951 detalles de terminación levantados.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27-07-2026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199/219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agendadas · 7 sin programar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170/219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agendadas · 9 sin programar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8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159/219 sobre 95%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subsistemas bajo 80% de avance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abiertos · 13 atrasados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 de cierre en P1 (22 abiertos), pero 483 DT abiertos entre P2, P3 y P4 sobre un total de 505.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DT con la fecha de compromiso vencida; mediana de 36 días y el más antiguo lleva 189. Los 215 abiertos sin fecha de compromiso no se cuentan como atrasados.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1 están casi completas, pero la 2 va 77,6%.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199/219. Caminata 2: 170/219, con 40 ya agendadas y 9 sin programar.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91,1%: 159 subsistemas sobre 95% y solo 10 bajo 80%. El archivo declara 0 carpetas en revisión del cliente.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 en 170 de 219 subsistemas (77,6%).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1.951 DT levantados; 74,1% cerrados. Atrasado = DT abierto cuya fecha de compromiso de cierre ya venció al 27-07-2026.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936992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778240" y="24871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287000" y="2487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936992" y="276148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2" name="Shape 9"/>
          <p:cNvSpPr/>
          <p:nvPr/>
        </p:nvSpPr>
        <p:spPr>
          <a:xfrm>
            <a:off x="7936992" y="2761488"/>
            <a:ext cx="333079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3" name="Text 10"/>
          <p:cNvSpPr/>
          <p:nvPr/>
        </p:nvSpPr>
        <p:spPr>
          <a:xfrm>
            <a:off x="7936992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77824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1.053/1.318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0287000" y="30540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79,9%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936992" y="332841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7" name="Shape 14"/>
          <p:cNvSpPr/>
          <p:nvPr/>
        </p:nvSpPr>
        <p:spPr>
          <a:xfrm>
            <a:off x="7936992" y="3328416"/>
            <a:ext cx="2849362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8" name="Text 15"/>
          <p:cNvSpPr/>
          <p:nvPr/>
        </p:nvSpPr>
        <p:spPr>
          <a:xfrm>
            <a:off x="7936992" y="36210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778240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71/239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287000" y="362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936992" y="389534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2" name="Shape 19"/>
          <p:cNvSpPr/>
          <p:nvPr/>
        </p:nvSpPr>
        <p:spPr>
          <a:xfrm>
            <a:off x="7936992" y="3895344"/>
            <a:ext cx="105915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3" name="Text 20"/>
          <p:cNvSpPr/>
          <p:nvPr/>
        </p:nvSpPr>
        <p:spPr>
          <a:xfrm>
            <a:off x="7936992" y="4187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778240" y="41879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0287000" y="41879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936992" y="446227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7" name="Text 24"/>
          <p:cNvSpPr/>
          <p:nvPr/>
        </p:nvSpPr>
        <p:spPr>
          <a:xfrm>
            <a:off x="7936992" y="4754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8778240" y="4754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1028700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1" name="Shape 28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2" name="Shape 29"/>
          <p:cNvSpPr/>
          <p:nvPr/>
        </p:nvSpPr>
        <p:spPr>
          <a:xfrm>
            <a:off x="7936992" y="5376672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36992" y="55046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36 días vencidos; el más antiguo lleva 189. 91 entre 1-30 días, 86 entre 31-90 días, 28 entre 91-180 días, 1 entre &gt;180 días.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206 DT atrasados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son P2 y 13 son P1. La mediana de atraso es de 36 días y 29 superan los 90 días.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5/22 (22,7%). A nivel proyecto la caminata 2 va 77,6% con 40 ya agendadas.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29,7% de cierre.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de los 505 DT abiertos (50,7%), con 98 atrasados. Además hay 10 carpetas bajo 80% de avance que conviene cerrar en paralelo.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2026-07-27T16:41:54Z</dcterms:created>
  <dcterms:modified xsi:type="dcterms:W3CDTF">2026-07-27T16:41:54Z</dcterms:modified>
</cp:coreProperties>
</file>