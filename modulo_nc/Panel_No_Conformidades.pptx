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188</c:v>
                </c:pt>
                <c:pt idx="2">
                  <c:v>70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278</c:v>
                </c:pt>
                <c:pt idx="1">
                  <c:v>116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15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 hallazgos levantados entre 10-02-2023 y 28-07-2026 (Desaladora 82 · Talabre 240 · Arqueros 163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440/493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493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159/484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de 493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(67,9%), y es uno de los frentes donde el cliente levanta más de lo que detecta Besalco (70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 al 02-08-2026: 3 del cliente en MECÁNICA (1) y OO.CC (1) y CALIDAD (1). Todos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432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27-07-2026 y el 02-08-2026 se levantaron 3 hallazgos: 0 internas · 3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1  ·  OO.CC 1  ·  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2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· PNC N°182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de Línea 405N, pern…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 y 77,9% de cierre, contra 89,2%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MECÁNICA 1 · 1 sigue abierto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hallazgos levantados · 52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225/240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CALIDAD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hallazgos levantados · 53 internas · 70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70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2026-08-04T03:09:16Z</dcterms:created>
  <dcterms:modified xsi:type="dcterms:W3CDTF">2026-08-04T03:09:16Z</dcterms:modified>
</cp:coreProperties>
</file>