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06-07</c:v>
                  </c:pt>
                  <c:pt idx="2">
                    <c:v>13-07</c:v>
                  </c:pt>
                  <c:pt idx="3">
                    <c:v>20-07</c:v>
                  </c:pt>
                  <c:pt idx="4">
                    <c:v>27-07</c:v>
                  </c:pt>
                  <c:pt idx="5">
                    <c:v>03-08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/>
                </c:pt>
                <c:pt idx="3">
                  <c:v>2</c:v>
                </c:pt>
                <c:pt idx="4">
                  <c:v>3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06-07</c:v>
                  </c:pt>
                  <c:pt idx="2">
                    <c:v>13-07</c:v>
                  </c:pt>
                  <c:pt idx="3">
                    <c:v>20-07</c:v>
                  </c:pt>
                  <c:pt idx="4">
                    <c:v>27-07</c:v>
                  </c:pt>
                  <c:pt idx="5">
                    <c:v>03-08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/>
                </c:pt>
                <c:pt idx="2">
                  <c:v/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189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279</c:v>
                </c:pt>
                <c:pt idx="1">
                  <c:v>117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53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495 hallazgos levantados entre 10-02-2023 y 05-08-2026 (Desaladora 82 · Talabre 241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89,3%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442/495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abiertos · 19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495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iniciado · 1 no aceptado · 28 listo para revisión · 10 stand by · 1 observada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32,7%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159/486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495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53 hallazgos abiertos (69,8%),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03-08-2026 al 09-08-2026: 1 del cliente en PIPING (1). 0 siguen abiertos; la semana anterior entraron 4.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de los 53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19 llevan más de 180 días abiertos y 4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487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434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79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03-08-2026 y el 09-08-2026 se levantó 1 hallazgo: 0 internas · 1 del cliente. 0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 · PNC N°183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 3716D-RW-36"-CI-0408-…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32,7%.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82,8%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495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442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89,3%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21,6%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53 hallazgos abiertos, 19 llevan más de 180 días desde que se levantaron y 4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52 hallazgos fuera de plazo de los 53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53 hallazgos abiertos (69,8%) y 77,4% de cierre, contra 89,3%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21,6%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19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ellos superan el año abiertos. Los tienen a cargo Sin asignar (16),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52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98,1% de los abiertos. Solo 1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32,7%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03-08-2026 — 09-08-2026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52 internas · 189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189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32,7%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335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03-08-2026 — 09-08-2026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PIPING 1 · 0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77,4%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25 listo para revisión · 10 stand by · 1 observada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32,7%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hallazgos siguen abiertos; 16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368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356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273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37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03-08-2026 — 09-08-2026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5f2decc2-Data_NCR10082026.xlsx — hoja «Observaciones» · Corte 10-08-2026 · 495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2026-08-10T15:31:27Z</dcterms:created>
  <dcterms:modified xsi:type="dcterms:W3CDTF">2026-08-10T15:31:27Z</dcterms:modified>
</cp:coreProperties>
</file>