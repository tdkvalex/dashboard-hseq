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>2</c:v>
                </c:pt>
                <c:pt idx="4">
                  <c:v>1</c:v>
                </c:pt>
                <c:pt idx="5">
                  <c:v/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/>
                </c:pt>
                <c:pt idx="2">
                  <c:v>2</c:v>
                </c:pt>
                <c:pt idx="3">
                  <c:v>2</c:v>
                </c:pt>
                <c:pt idx="4">
                  <c:v/>
                </c:pt>
                <c:pt idx="5">
                  <c:v/>
                </c:pt>
                <c:pt idx="6">
                  <c:v>1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(111 externas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fecha comprometida —la columna «Fecha De Cierre» solo se llena al cerrar—, así que se reporta la antigüedad: 17 llevan más de 180 días y 3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4290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0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235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294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41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692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8356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4323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323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294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3524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46920" y="24323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83564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1083564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42900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318211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6235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6294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63524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6410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646920" y="31821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1083564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9" name="Text 36"/>
          <p:cNvSpPr/>
          <p:nvPr/>
        </p:nvSpPr>
        <p:spPr>
          <a:xfrm>
            <a:off x="1083564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02920" y="4160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429000" y="3931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0" y="39319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6235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294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7635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6410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9646920" y="3931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3564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1" name="Text 48"/>
          <p:cNvSpPr/>
          <p:nvPr/>
        </p:nvSpPr>
        <p:spPr>
          <a:xfrm>
            <a:off x="1083564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/>
          <p:nvPr/>
        </p:nvSpPr>
        <p:spPr>
          <a:xfrm>
            <a:off x="502920" y="46085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50292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342900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4572000" y="4681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562356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66294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763524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64108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9646920" y="4681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1083564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4" name="Text 61"/>
          <p:cNvSpPr/>
          <p:nvPr/>
        </p:nvSpPr>
        <p:spPr>
          <a:xfrm>
            <a:off x="1083564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02920" y="5376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02920" y="5678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3429000" y="54498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4572000" y="5449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62356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1" name="Text 68"/>
          <p:cNvSpPr/>
          <p:nvPr/>
        </p:nvSpPr>
        <p:spPr>
          <a:xfrm>
            <a:off x="66294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763524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864108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9646920" y="5449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internos y 1 externo.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54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internos y 38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internos · 38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internos y 188 externos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188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internos y 1 externo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internos y 111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111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2026-08-03T13:41:00Z</dcterms:created>
  <dcterms:modified xsi:type="dcterms:W3CDTF">2026-08-03T13:41:00Z</dcterms:modified>
</cp:coreProperties>
</file>