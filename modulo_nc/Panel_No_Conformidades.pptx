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/>
                </c:pt>
                <c:pt idx="4">
                  <c:v>4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53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188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279</c:v>
                </c:pt>
                <c:pt idx="1">
                  <c:v>116</c:v>
                </c:pt>
                <c:pt idx="2">
                  <c:v>45</c:v>
                </c:pt>
                <c:pt idx="3">
                  <c:v>13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>1</c:v>
                </c:pt>
                <c:pt idx="4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54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12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5</c:v>
                </c:pt>
                <c:pt idx="6">
                  <c:v>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 hallazgos levantados entre 10-02-2023 y 28-07-2026 (Desaladora 95 · Talabre 241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454/508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508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iniciado · 1 no aceptado · 23 listo para revisión · 12 observada · 3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162/499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de 508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(66,7%), y es uno de los frentes donde el cliente levanta más de lo que detecta Besalco (71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 al 03-08-2026: 1 del cliente en CALIDAD (1). Todos siguen abiertos; la semana anterior entraron 5.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no es medible con este archivo; se mide la antigüedad.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54 abiertos trae fecha comprometida —la columna «Fecha De Cierre» solo se llena al cerrar—, así que se reporta la antigüedad: 17 llevan más de 180 días y 3 más de un año.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10.783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28-07-2026 y el 03-08-2026 se levantó 1 hallazgo: 0 internas · 1 del cliente. Sigue abierto.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32,5%.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377440" y="44622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LEVANTADAS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3429000" y="44622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4434840" y="44622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539496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ANTIG. MEDIANA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02920" y="4773168"/>
            <a:ext cx="594360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90118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2377440" y="4901184"/>
            <a:ext cx="960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429000" y="4901184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434840" y="4901184"/>
            <a:ext cx="868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39496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d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02920" y="5129784"/>
            <a:ext cx="594360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57200" y="5138928"/>
            <a:ext cx="598932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7"/>
          <p:cNvSpPr/>
          <p:nvPr/>
        </p:nvSpPr>
        <p:spPr>
          <a:xfrm>
            <a:off x="502920" y="5184648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2377440" y="5184648"/>
            <a:ext cx="960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3429000" y="5184648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4434840" y="5184648"/>
            <a:ext cx="868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39496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 d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02920" y="5413248"/>
            <a:ext cx="594360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02920" y="5468112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2377440" y="5468112"/>
            <a:ext cx="960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3429000" y="5468112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4434840" y="5468112"/>
            <a:ext cx="868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539496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502920" y="5696712"/>
            <a:ext cx="594360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57200" y="5705856"/>
            <a:ext cx="598932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0"/>
          <p:cNvSpPr/>
          <p:nvPr/>
        </p:nvSpPr>
        <p:spPr>
          <a:xfrm>
            <a:off x="502920" y="5751576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2377440" y="5751576"/>
            <a:ext cx="960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3429000" y="5751576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4434840" y="5751576"/>
            <a:ext cx="868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539496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502920" y="5980176"/>
            <a:ext cx="594360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502920" y="6035040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2377440" y="6035040"/>
            <a:ext cx="960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</a:t>
            </a:r>
            <a:endParaRPr lang="en-US" sz="1100" dirty="0"/>
          </a:p>
        </p:txBody>
      </p:sp>
      <p:sp>
        <p:nvSpPr>
          <p:cNvPr id="42" name="Text 38"/>
          <p:cNvSpPr/>
          <p:nvPr/>
        </p:nvSpPr>
        <p:spPr>
          <a:xfrm>
            <a:off x="3429000" y="6035040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4434840" y="6035040"/>
            <a:ext cx="868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100" dirty="0"/>
          </a:p>
        </p:txBody>
      </p:sp>
      <p:sp>
        <p:nvSpPr>
          <p:cNvPr id="44" name="Text 40"/>
          <p:cNvSpPr/>
          <p:nvPr/>
        </p:nvSpPr>
        <p:spPr>
          <a:xfrm>
            <a:off x="539496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d</a:t>
            </a:r>
            <a:endParaRPr lang="en-US" sz="1100" dirty="0"/>
          </a:p>
        </p:txBody>
      </p:sp>
      <p:sp>
        <p:nvSpPr>
          <p:cNvPr id="45" name="Shape 41"/>
          <p:cNvSpPr/>
          <p:nvPr/>
        </p:nvSpPr>
        <p:spPr>
          <a:xfrm>
            <a:off x="502920" y="6263640"/>
            <a:ext cx="594360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46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7" name="Shape 42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48" name="Text 43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49" name="Text 44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50" name="Text 45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51" name="Text 46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400" dirty="0"/>
          </a:p>
        </p:txBody>
      </p:sp>
      <p:sp>
        <p:nvSpPr>
          <p:cNvPr id="52" name="Text 47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53" name="Text 48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54" name="Text 49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55" name="Text 50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6" name="Text 51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7" name="Text 52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54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— NO CALCULABLE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hallazgo abierto cuya fecha de cierre comprometida ya venció.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54 abiertos trae esa fecha: la columna «Fecha De Cierre» del Excel solo se llena al cerrar. El indicador no se puede calcular y el panel lo declara en vez de informar 0 atrasados. En su lugar se usa la antigüedad.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490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activarlo basta agregar al Excel una columna de fecha comprometida de cierre: el script ya la calcula.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 y 78% de cierre, contra 89,4%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22% de sus hallazgos los detecta Besalco; el mejor frente va en 59,6%.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la medición del atraso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al Excel una columna de fecha comprometida de cierre. Sin ella el indicador que pide el procedimiento no se puede calcular y hoy se reemplaza por la antigüedad.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hallazgos levantados · 56 internas · 30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internas · 30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92/95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2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de Mejora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Cristián Ellmen M.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Bodega de  Almacenamie…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44" name="Text 41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hallazgos levantados · 53 internas · 188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188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226/241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CALIDAD 1 · 1 sigue abierto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internas · 71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20 listo para revisión · 12 observada · 3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14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2026-08-03T17:21:52Z</dcterms:created>
  <dcterms:modified xsi:type="dcterms:W3CDTF">2026-08-03T17:21:52Z</dcterms:modified>
</cp:coreProperties>
</file>