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29-06</c:v>
                  </c:pt>
                  <c:pt idx="2">
                    <c:v>06-07</c:v>
                  </c:pt>
                  <c:pt idx="3">
                    <c:v>13-07</c:v>
                  </c:pt>
                  <c:pt idx="4">
                    <c:v>20-07</c:v>
                  </c:pt>
                  <c:pt idx="5">
                    <c:v>27-07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</c:v>
                </c:pt>
                <c:pt idx="2">
                  <c:v>1</c:v>
                </c:pt>
                <c:pt idx="3">
                  <c:v/>
                </c:pt>
                <c:pt idx="4">
                  <c:v>2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29-06</c:v>
                  </c:pt>
                  <c:pt idx="2">
                    <c:v>06-07</c:v>
                  </c:pt>
                  <c:pt idx="3">
                    <c:v>13-07</c:v>
                  </c:pt>
                  <c:pt idx="4">
                    <c:v>20-07</c:v>
                  </c:pt>
                  <c:pt idx="5">
                    <c:v>27-07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188</c:v>
                </c:pt>
                <c:pt idx="2">
                  <c:v>70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278</c:v>
                </c:pt>
                <c:pt idx="1">
                  <c:v>116</c:v>
                </c:pt>
                <c:pt idx="2">
                  <c:v>45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53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15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 hallazgos levantados entre 10-02-2023 y 28-07-2026 (Desaladora 82 · Talabre 240 · Arqueros 163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89,2%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440/493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493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32,9%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159/484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de 493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53 hallazgos abiertos (67,9%), y es uno de los frentes donde el cliente levanta más de lo que detecta Besalco (70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3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 al 02-08-2026: 3 del cliente en MECÁNICA (1) y OO.CC (1) y CALIDAD (1). Todos siguen abiertos; la semana anterior entraron 3.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de los 53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3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97,6%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485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432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89,1%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27-07-2026 y el 02-08-2026 se levantaron 3 hallazgos: 0 internas · 3 del cliente. Todos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 1  ·  OO.CC 1  ·  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2  ·  Desaladora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3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2  ·  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· NCR-0535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· PNC N°182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de Línea 405N, pern…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60" name="Text 5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1" name="Text 5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32,9%.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82,7%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53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50 hallazgos fuera de plazo de los 53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53 hallazgos abiertos (67,9%) y 77,9% de cierre, contra 89,2%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21,7%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50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94,3% de los abiertos. Solo 3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1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35" name="Text 3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MECÁNICA 1 · 1 sigue abierto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hallazgos levantados · 52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225/240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nuevos · 0 internas · 2 del cliente · OO.CC 1 · CALIDAD 1 · 2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 hallazgos levantados · 53 internas · 70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163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70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77,9%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127/163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2026-08-03T22:28:03Z</dcterms:created>
  <dcterms:modified xsi:type="dcterms:W3CDTF">2026-08-03T22:28:03Z</dcterms:modified>
</cp:coreProperties>
</file>