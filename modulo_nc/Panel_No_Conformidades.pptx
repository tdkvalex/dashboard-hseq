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24-08</c:v>
                  </c:pt>
                  <c:pt idx="2">
                    <c:v>31-08</c:v>
                  </c:pt>
                  <c:pt idx="3">
                    <c:v>07-09</c:v>
                  </c:pt>
                  <c:pt idx="4">
                    <c:v>14-09</c:v>
                  </c:pt>
                  <c:pt idx="5">
                    <c:v>21-09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>6</c:v>
                </c:pt>
                <c:pt idx="3">
                  <c:v/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24-08</c:v>
                  </c:pt>
                  <c:pt idx="2">
                    <c:v>31-08</c:v>
                  </c:pt>
                  <c:pt idx="3">
                    <c:v>07-09</c:v>
                  </c:pt>
                  <c:pt idx="4">
                    <c:v>14-09</c:v>
                  </c:pt>
                  <c:pt idx="5">
                    <c:v>21-09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</c:v>
                </c:pt>
                <c:pt idx="1">
                  <c:v>1</c:v>
                </c:pt>
                <c:pt idx="2">
                  <c:v>1</c:v>
                </c:pt>
                <c:pt idx="3">
                  <c:v/>
                </c:pt>
                <c:pt idx="4">
                  <c:v>2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200</c:v>
                </c:pt>
                <c:pt idx="2">
                  <c:v>79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301</c:v>
                </c:pt>
                <c:pt idx="1">
                  <c:v>125</c:v>
                </c:pt>
                <c:pt idx="2">
                  <c:v>54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</c:v>
                </c:pt>
                <c:pt idx="1">
                  <c:v/>
                </c:pt>
                <c:pt idx="2">
                  <c:v>6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33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146</c:v>
                </c:pt>
                <c:pt idx="1">
                  <c:v>26</c:v>
                </c:pt>
                <c:pt idx="2">
                  <c:v>19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38</c:v>
                </c:pt>
                <c:pt idx="1">
                  <c:v>30</c:v>
                </c:pt>
                <c:pt idx="2">
                  <c:v>16</c:v>
                </c:pt>
                <c:pt idx="3">
                  <c:v>16</c:v>
                </c:pt>
                <c:pt idx="4">
                  <c:v>4</c:v>
                </c:pt>
                <c:pt idx="5">
                  <c:v>7</c:v>
                </c:pt>
                <c:pt idx="6">
                  <c:v>6</c:v>
                </c:pt>
                <c:pt idx="7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7</c:v>
                </c:pt>
                <c:pt idx="2">
                  <c:v>10</c:v>
                </c:pt>
                <c:pt idx="3">
                  <c:v>3</c:v>
                </c:pt>
                <c:pt idx="4">
                  <c:v>10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 hallazgos levantados entre 10-02-2023 y 23-09-2026 (Desaladora 82 · Talabre 252 · Arqueros 172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93,6%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481/514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abiertos · 9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514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iniciado · 23 listo para revisión · 5 observada · 2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31,5%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159/505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514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263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de los 33 hallazgos abiertos (90,9%), y es uno de los frentes donde el cliente levanta más de lo que detecta Besalco (79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21-09-2026 al 27-09-2026: 1 del cliente en CALIDAD (1). Todos siguen abiertos; la semana anterior entraron 4.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de los 33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9 llevan más de 180 días abiertos y 0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82,6%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506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93,5%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31 días · el hallazgo más lento tomó 419 días · 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21-09-2026 y el 27-09-2026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23-09-2026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 · RNC N°478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dispone de una planif…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31,5%.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89,6%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481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93,6%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33 hallazgos abiertos, 9 llevan más de 180 días desde que se levantaron y 0 más de un año. La mediana de cierre global es de 31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32 hallazgos fuera de plazo de los 33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sep-26, imputadas al mes en que se levantó cada hallazgo. Las declaran 108 de 503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99692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108/503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263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5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de los 33 hallazgos abiertos (90,9%) y 82,6% de cierre, contra 93,6%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20,6%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9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ellos superan el año abiertos. Los tienen a cargo Sin asignar (9).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32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97% de los abiertos. Solo 1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21-09-2026 — 27-09-2026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hallazgos levantados · 52 internas · 200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99,2%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200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99,2%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250/252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dispone de una planificación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35" name="Text 3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21-09-2026 — 27-09-2026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CALIDAD 1 · 1 sigue abierto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 hallazgos levantados · 53 internas · 79 del cliente · 40 de subcontrato · 19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28-09-2026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79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82,6%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142/172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93,6%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5 observada · 22 listo para revisión · 2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419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31,5%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hallazgos siguen abiertos; 9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347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285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MASA-56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línea de cañería en P…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MASA-66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estructura con red de…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MASA-68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NIVELACIÓN DE LAS PLACAS BASE DE LO…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MASA-70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 DE TUBERÍAS CELDAS DE FLO…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MASA-71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RETRABAJOS CIVILES EN SISTEMA MOTRI…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30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21-09-2026 — 27-09-2026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28-09-2026 · 514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2026-09-28T13:54:23Z</dcterms:created>
  <dcterms:modified xsi:type="dcterms:W3CDTF">2026-09-28T13:54:23Z</dcterms:modified>
</cp:coreProperties>
</file>