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13-07</c:v>
                  </c:pt>
                  <c:pt idx="2">
                    <c:v>20-07</c:v>
                  </c:pt>
                  <c:pt idx="3">
                    <c:v>27-07</c:v>
                  </c:pt>
                  <c:pt idx="4">
                    <c:v>03-08</c:v>
                  </c:pt>
                  <c:pt idx="5">
                    <c:v>10-08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/>
                </c:pt>
                <c:pt idx="2">
                  <c:v>1</c:v>
                </c:pt>
                <c:pt idx="3">
                  <c:v>3</c:v>
                </c:pt>
                <c:pt idx="4">
                  <c:v/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13-07</c:v>
                  </c:pt>
                  <c:pt idx="2">
                    <c:v>20-07</c:v>
                  </c:pt>
                  <c:pt idx="3">
                    <c:v>27-07</c:v>
                  </c:pt>
                  <c:pt idx="4">
                    <c:v>03-08</c:v>
                  </c:pt>
                  <c:pt idx="5">
                    <c:v>10-08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/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192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283</c:v>
                </c:pt>
                <c:pt idx="1">
                  <c:v>117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52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134</c:v>
                </c:pt>
                <c:pt idx="1">
                  <c:v>24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hallazgos levantados entre 10-02-2023 y 11-08-2026 (Desaladora 82 · Talabre 244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446/498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abiertos · 19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26 listo para revisión · 10 stand by · 1 observada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498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52 hallazgos abiertos (71,2%),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 al 16-08-2026: 3 del cliente en OO.CC (3). 2 siguen abiertos; la semana anterior entraron 1.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52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19 llevan más de 180 días abiertos y 4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94,3%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438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10-08-2026 y el 16-08-2026 se levantaron 3 hallazgos: 0 internas · 3 del cliente. 2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3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 · RNC N°453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Rollos de geomembrana KRAH 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· RNC N°454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Piscina Quebrada Sur, se…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11-08-2026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· RNC N°455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utilizó la Solicitud de 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89,6%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52 hallazgos abiertos, 19 llevan más de 180 días desde que se levantaron y 4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52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ago-26, imputadas al mes en que se levantó cada hallazgo. Las declaran 108 de 487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5945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108/487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247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4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52 hallazgos abiertos (71,2%) y 77,4% de cierre, contra 89,6%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21,3%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ellos superan el año abiertos. Los tienen a cargo Sin asignar (16),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96,2% de los abiertos. Solo 2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levantados · 52 internas · 192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192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230/244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iniciado · 1 no aceptado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14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internas · 3 del cliente · OO.CC 3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10 stand by · 1 observada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335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2026-08-17T22:03:19Z</dcterms:created>
  <dcterms:modified xsi:type="dcterms:W3CDTF">2026-08-17T22:03:19Z</dcterms:modified>
</cp:coreProperties>
</file>