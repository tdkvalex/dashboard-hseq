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21-09</c:v>
                  </c:pt>
                  <c:pt idx="2">
                    <c:v>28-09</c:v>
                  </c:pt>
                  <c:pt idx="3">
                    <c:v>05-10</c:v>
                  </c:pt>
                  <c:pt idx="4">
                    <c:v>12-10</c:v>
                  </c:pt>
                  <c:pt idx="5">
                    <c:v>19-10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21-09</c:v>
                  </c:pt>
                  <c:pt idx="2">
                    <c:v>28-09</c:v>
                  </c:pt>
                  <c:pt idx="3">
                    <c:v>05-10</c:v>
                  </c:pt>
                  <c:pt idx="4">
                    <c:v>12-10</c:v>
                  </c:pt>
                  <c:pt idx="5">
                    <c:v>19-10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202</c:v>
                </c:pt>
                <c:pt idx="2">
                  <c:v>81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316</c:v>
                </c:pt>
                <c:pt idx="1">
                  <c:v>127</c:v>
                </c:pt>
                <c:pt idx="2">
                  <c:v>57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18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5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148</c:v>
                </c:pt>
                <c:pt idx="1">
                  <c:v>26</c:v>
                </c:pt>
                <c:pt idx="2">
                  <c:v>19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32</c:v>
                </c:pt>
                <c:pt idx="2">
                  <c:v>24</c:v>
                </c:pt>
                <c:pt idx="3">
                  <c:v>18</c:v>
                </c:pt>
                <c:pt idx="4">
                  <c:v>9</c:v>
                </c:pt>
                <c:pt idx="5">
                  <c:v>7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5</c:v>
                </c:pt>
                <c:pt idx="2">
                  <c:v>4</c:v>
                </c:pt>
                <c:pt idx="3">
                  <c:v>1</c:v>
                </c:pt>
                <c:pt idx="4">
                  <c:v>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519 hallazgos levantados entre 10-02-2023 y 23-10-2026 (Desaladora 83 · Talabre 254 · Arqueros 174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10.628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96,5%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501/519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abiertos · 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519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listo para revisión · 2 iniciado · 7 observada · 4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31,4%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160/510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10.628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de 519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los 18 hallazgos abiertos (83,3%), y es uno de los frentes donde el cliente levanta más de lo que detecta Besalco (81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19-10-2026 al 25-10-2026: 2 del cliente · 1 de Besalco en MECÁNICA (2) y ELÉCTRICA (1). Todos siguen abiertos; la semana anterior entraron 1.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los 18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9 llevan más de 180 días abiertos y 1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1.418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91,4%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511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10.628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33 días · el hallazgo más lento tomó 445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19-10-2026 y el 25-10-2026 se levantaron 3 hallazgos: 1 interna · 2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2  ·  ELÉCTRICA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2  ·  Interna (Besalco)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21-10-2026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MASA-94 · EB-NE-1449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 plano As-Built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21-10-2026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MASA-95 · EB-NE-1449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2400-CV-001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23-10-2026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Carrasco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en los regi…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31,4%.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286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30,5%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18 hallazgos abiertos, 9 llevan más de 180 días desde que se levantaron y 1 más de un año. La mediana de cierre global es de 33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15 hallazgos fuera de plazo de los 18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10.628 UF declaradas entre nov-24 y oct-26, imputadas al mes en que se levantó cada hallazgo. Las declaran 109 de 508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239926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10.628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109/508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los 18 hallazgos abiertos (83,3%) y 91,4% de cierre, contra 96,5%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20,5% de sus hallazgos los detecta Besalco; el mejor frente va en 67,1%.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ellos superan el año abiertos. Los tienen a cargo Sin asignar (9).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15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83,3%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hallazgos levantados · 55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82/83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Carrasco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en los registros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19-10-2026 — 25-10-2026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1 interna · ELÉCTRICA 1 · 1 sigue abierto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hallazgos levantados · 52 internas · 202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202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252/254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dispone de una planificación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19-10-2026 — 25-10-2026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hallazgos levantados · 53 internas · 81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81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159/174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7 observada · 3 listo para revisión · 4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445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9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MASA-66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estructura con red de…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NIVELACIÓN DE LAS PLACAS BASE DE LO…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 DE TUBERÍAS CELDAS DE FLO…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MASA-73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Condicioón fundación de riel grúa p…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19-10-2026 — 25-10-2026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MECÁNICA 2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26-10-2026 · 519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2026-10-26T13:05:11Z</dcterms:created>
  <dcterms:modified xsi:type="dcterms:W3CDTF">2026-10-26T13:05:11Z</dcterms:modified>
</cp:coreProperties>
</file>