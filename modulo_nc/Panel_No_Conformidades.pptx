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levantados en cada una de las últimas 8 semanas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02-06</c:v>
                  </c:pt>
                  <c:pt idx="1">
                    <c:v>09-06</c:v>
                  </c:pt>
                  <c:pt idx="2">
                    <c:v>16-06</c:v>
                  </c:pt>
                  <c:pt idx="3">
                    <c:v>23-06</c:v>
                  </c:pt>
                  <c:pt idx="4">
                    <c:v>30-06</c:v>
                  </c:pt>
                  <c:pt idx="5">
                    <c:v>07-07</c:v>
                  </c:pt>
                  <c:pt idx="6">
                    <c:v>14-07</c:v>
                  </c:pt>
                  <c:pt idx="7">
                    <c:v>21-07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>1</c:v>
                </c:pt>
                <c:pt idx="4">
                  <c:v>4</c:v>
                </c:pt>
                <c:pt idx="5">
                  <c:v>1</c:v>
                </c:pt>
                <c:pt idx="6">
                  <c:v/>
                </c:pt>
                <c:pt idx="7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02-06</c:v>
                  </c:pt>
                  <c:pt idx="1">
                    <c:v>09-06</c:v>
                  </c:pt>
                  <c:pt idx="2">
                    <c:v>16-06</c:v>
                  </c:pt>
                  <c:pt idx="3">
                    <c:v>23-06</c:v>
                  </c:pt>
                  <c:pt idx="4">
                    <c:v>30-06</c:v>
                  </c:pt>
                  <c:pt idx="5">
                    <c:v>07-07</c:v>
                  </c:pt>
                  <c:pt idx="6">
                    <c:v>14-07</c:v>
                  </c:pt>
                  <c:pt idx="7">
                    <c:v>21-07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186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255</c:v>
                </c:pt>
                <c:pt idx="1">
                  <c:v>114</c:v>
                </c:pt>
                <c:pt idx="2">
                  <c:v>23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</c:v>
                </c:pt>
                <c:pt idx="1">
                  <c:v>5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30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127</c:v>
                </c:pt>
                <c:pt idx="1">
                  <c:v>23</c:v>
                </c:pt>
                <c:pt idx="2">
                  <c:v>15</c:v>
                </c:pt>
                <c:pt idx="3">
                  <c:v>10</c:v>
                </c:pt>
                <c:pt idx="4">
                  <c:v>9</c:v>
                </c:pt>
                <c:pt idx="5">
                  <c:v>7</c:v>
                </c:pt>
                <c:pt idx="6">
                  <c:v>2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/>
                </c:pt>
                <c:pt idx="5">
                  <c:v>1</c:v>
                </c:pt>
                <c:pt idx="6">
                  <c:v>6</c:v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</c:v>
                </c:pt>
                <c:pt idx="1">
                  <c:v>15</c:v>
                </c:pt>
                <c:pt idx="2">
                  <c:v>7</c:v>
                </c:pt>
                <c:pt idx="3">
                  <c:v>6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436 hallazgos levantados entre 10-02-2023 y 27-07-2026 (Desaladora 95 · Talabre 239 · Arqueros 94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406/436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abiertos · 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436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 aceptado · 19 iniciado · 5 listo para revisión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162/427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436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 los 30 hallazgos abiertos (86,7%), y es el único frente donde el cliente levanta más de lo que detecta Besalco (186 externas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4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 al 27-07-2026: 4 del cliente en OO.CC (3) y MECÁNICA (1). Todos siguen abiertos; la semana anterior entraron 0.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30 abiertos trae fecha comprometida —la columna «Fecha De Cierre» solo se llena al cerrar—, así que se reporta la antigüedad: 7 llevan más de 180 días y 2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3429000" y="19202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0" y="19202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2356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6294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6352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41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46920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8356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2359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2660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43230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4323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294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63524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4108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46920" y="243230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083564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1083564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108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02920" y="34107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429000" y="318211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572000" y="318211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62356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6294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63524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64108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646920" y="31821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1083564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6"/>
          <p:cNvSpPr/>
          <p:nvPr/>
        </p:nvSpPr>
        <p:spPr>
          <a:xfrm>
            <a:off x="1083564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" y="3858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02920" y="4160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3429000" y="39319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4572000" y="393192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56235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294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98,9%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76352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6410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9646920" y="3931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083564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1" name="Text 48"/>
          <p:cNvSpPr/>
          <p:nvPr/>
        </p:nvSpPr>
        <p:spPr>
          <a:xfrm>
            <a:off x="1083564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/>
          <p:nvPr/>
        </p:nvSpPr>
        <p:spPr>
          <a:xfrm>
            <a:off x="502920" y="46085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502920" y="49103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3429000" y="46817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4572000" y="46817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562356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66294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763524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64108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9646920" y="4681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1083564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4" name="Text 61"/>
          <p:cNvSpPr/>
          <p:nvPr/>
        </p:nvSpPr>
        <p:spPr>
          <a:xfrm>
            <a:off x="1083564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02920" y="53766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02920" y="56784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68" name="Text 65"/>
          <p:cNvSpPr/>
          <p:nvPr/>
        </p:nvSpPr>
        <p:spPr>
          <a:xfrm>
            <a:off x="3429000" y="54498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4572000" y="5449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398</a:t>
            </a:r>
            <a:endParaRPr lang="en-US" sz="1300" dirty="0"/>
          </a:p>
        </p:txBody>
      </p:sp>
      <p:sp>
        <p:nvSpPr>
          <p:cNvPr id="70" name="Text 67"/>
          <p:cNvSpPr/>
          <p:nvPr/>
        </p:nvSpPr>
        <p:spPr>
          <a:xfrm>
            <a:off x="562356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71" name="Text 68"/>
          <p:cNvSpPr/>
          <p:nvPr/>
        </p:nvSpPr>
        <p:spPr>
          <a:xfrm>
            <a:off x="66294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763524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864108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9646920" y="54498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28 días · el hallazgo más lento tomó 313 días · 8 hallazgos sin especialidad declarada.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77" name="Text 7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8" name="Text 7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21-07-2026 y el 27-07-2026 se levantaron 4 hallazgos: 0 internos y 4 externos.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3  ·  MECÁNICA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3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4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3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· RNC N°445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Arrugas y trampolines en lá…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· PNC N°177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en fundaciones FS-0…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· RNC N°447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de daños visibles…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57200" y="5367528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6"/>
          <p:cNvSpPr/>
          <p:nvPr/>
        </p:nvSpPr>
        <p:spPr>
          <a:xfrm>
            <a:off x="502920" y="54132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37160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2" name="Text 58"/>
          <p:cNvSpPr/>
          <p:nvPr/>
        </p:nvSpPr>
        <p:spPr>
          <a:xfrm>
            <a:off x="246888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63" name="Text 59"/>
          <p:cNvSpPr/>
          <p:nvPr/>
        </p:nvSpPr>
        <p:spPr>
          <a:xfrm>
            <a:off x="356616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4" name="Text 60"/>
          <p:cNvSpPr/>
          <p:nvPr/>
        </p:nvSpPr>
        <p:spPr>
          <a:xfrm>
            <a:off x="4983480" y="541324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5" name="Text 61"/>
          <p:cNvSpPr/>
          <p:nvPr/>
        </p:nvSpPr>
        <p:spPr>
          <a:xfrm>
            <a:off x="644652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66" name="Text 62"/>
          <p:cNvSpPr/>
          <p:nvPr/>
        </p:nvSpPr>
        <p:spPr>
          <a:xfrm>
            <a:off x="758952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9006840" y="5413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8" name="Text 64"/>
          <p:cNvSpPr/>
          <p:nvPr/>
        </p:nvSpPr>
        <p:spPr>
          <a:xfrm>
            <a:off x="992124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69" name="Shape 65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71" name="Text 6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2" name="Text 6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37,9%.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hape 3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9" name="Text 4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30 hallazgos abiertos, 7 llevan más de 180 días desde que se levantaron y 2 más de un año. La mediana de cierre global es de 28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30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Talabre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 los 30 hallazgos abiertos (86,7%) y 89,1% de cierre, contra 93,1%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22,2%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 ellos superan el año abiertos. Los tienen a cargo Alejandro Rivera G. (4),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internos y 38 externos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internos · 38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internos y 1 externo · MECÁNICA 1 · 1 sigue abierto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hallazgos levantados · 53 internos y 186 externos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186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213/239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 aceptado · 16 iniciado · 4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269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hallazgos siguen abiertos; 7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pto. 6.1 PIE maestra…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liberación suministr…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al PIE subcontrato 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Postes en esquinas eje B/1 y eje B/…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26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nuevos · 0 internos y 3 externos · OO.CC 3 · 3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hallazgos levantados · 53 internos y 41 externos · 17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41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93/94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- 00…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Renato Muñoz F.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en requisito para ej…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2026-07-31T19:56:49Z</dcterms:created>
  <dcterms:modified xsi:type="dcterms:W3CDTF">2026-07-31T19:56:49Z</dcterms:modified>
</cp:coreProperties>
</file>