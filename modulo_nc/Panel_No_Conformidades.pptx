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de los 54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377440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LEVANTADAS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342900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434840" y="44622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539496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ANTIG. MEDIANA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920" y="4773168"/>
            <a:ext cx="594360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90118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377440" y="4901184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429000" y="4901184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434840" y="4901184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39496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02920" y="5129784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5138928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/>
          <p:nvPr/>
        </p:nvSpPr>
        <p:spPr>
          <a:xfrm>
            <a:off x="502920" y="5184648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2377440" y="5184648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3429000" y="5184648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34840" y="5184648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39496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02920" y="5413248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5468112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377440" y="5468112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3429000" y="5468112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434840" y="5468112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39496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502920" y="5696712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5705856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0"/>
          <p:cNvSpPr/>
          <p:nvPr/>
        </p:nvSpPr>
        <p:spPr>
          <a:xfrm>
            <a:off x="502920" y="575157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2377440" y="5751576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429000" y="5751576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4434840" y="5751576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539496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02920" y="5980176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02920" y="603504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2377440" y="6035040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429000" y="603504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434840" y="6035040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39496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502920" y="6263640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46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Shape 42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48" name="Text 43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49" name="Text 44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50" name="Text 45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52" name="Text 47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3" name="Text 48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54" name="Text 49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6" name="Text 51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51 hallazgos fuera de plazo de los 54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94,4%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2026-08-03T18:37:36Z</dcterms:created>
  <dcterms:modified xsi:type="dcterms:W3CDTF">2026-08-03T18:37:36Z</dcterms:modified>
</cp:coreProperties>
</file>