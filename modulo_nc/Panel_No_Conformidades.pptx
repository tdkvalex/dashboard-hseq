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>4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30-06</c:v>
                  </c:pt>
                  <c:pt idx="2">
                    <c:v>07-07</c:v>
                  </c:pt>
                  <c:pt idx="3">
                    <c:v>14-07</c:v>
                  </c:pt>
                  <c:pt idx="4">
                    <c:v>21-07</c:v>
                  </c:pt>
                  <c:pt idx="5">
                    <c:v>28-07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2</c:v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279</c:v>
                </c:pt>
                <c:pt idx="1">
                  <c:v>116</c:v>
                </c:pt>
                <c:pt idx="2">
                  <c:v>45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</c:v>
                </c:pt>
                <c:pt idx="1">
                  <c:v>4</c:v>
                </c:pt>
                <c:pt idx="2">
                  <c:v>15</c:v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54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ESTRUCTURA</c:v>
                  </c:pt>
                  <c:pt idx="6">
                    <c:v>TOPOGRAFÍA</c:v>
                  </c:pt>
                  <c:pt idx="7">
                    <c:v>MECÁNICA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 hallazgos levantados entre 10-02-2023 y 28-07-2026 (Desaladora 95 · Talabre 241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89,4%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454/508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23 listo para revisión · 12 observada · 3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162/499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508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de los 54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389 días · 78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96,9%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508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89,4%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54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51 hallazgos fuera de plazo de los 54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54 hallazgos abiertos (66,7%) y 78% de cierre, contra 89,4%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51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94,4% de los abiertos. Solo 3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internas · 30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internas · 30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internas · 188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188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89,4%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20 listo para revisión · 12 observada · 3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14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Uniones soldadas y touch-up en tolv…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Data_NCR_10082026.xlsx — hoja «Observaciones» · Corte 03-08-2026 · 508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2026-08-03T19:12:57Z</dcterms:created>
  <dcterms:modified xsi:type="dcterms:W3CDTF">2026-08-03T19:12:57Z</dcterms:modified>
</cp:coreProperties>
</file>