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27-07</c:v>
                  </c:pt>
                  <c:pt idx="2">
                    <c:v>03-08</c:v>
                  </c:pt>
                  <c:pt idx="3">
                    <c:v>10-08</c:v>
                  </c:pt>
                  <c:pt idx="4">
                    <c:v>17-08</c:v>
                  </c:pt>
                  <c:pt idx="5">
                    <c:v>24-08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/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27-07</c:v>
                  </c:pt>
                  <c:pt idx="2">
                    <c:v>03-08</c:v>
                  </c:pt>
                  <c:pt idx="3">
                    <c:v>10-08</c:v>
                  </c:pt>
                  <c:pt idx="4">
                    <c:v>17-08</c:v>
                  </c:pt>
                  <c:pt idx="5">
                    <c:v>24-08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>1</c:v>
                </c:pt>
                <c:pt idx="3">
                  <c:v>3</c:v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196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292</c:v>
                </c:pt>
                <c:pt idx="1">
                  <c:v>121</c:v>
                </c:pt>
                <c:pt idx="2">
                  <c:v>49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26</c:v>
                </c:pt>
                <c:pt idx="1">
                  <c:v>2</c:v>
                </c:pt>
                <c:pt idx="2">
                  <c:v>11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39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142</c:v>
                </c:pt>
                <c:pt idx="1">
                  <c:v>25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</c:v>
                </c:pt>
                <c:pt idx="1">
                  <c:v>1</c:v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40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31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502 hallazgos levantados entre 10-02-2023 y 24-08-2026 (Desaladora 82 · Talabre 248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31-08-2026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92,2%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463/502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abiertos · 13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502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iniciado · 23 listo para revisión · 9 stand by · 1 observada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159/493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de 502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de los 39 hallazgos abiertos (82,1%),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24-08-2026 al 30-08-2026: 1 del cliente en OO.CC (1). Todos siguen abiertos; la semana anterior entraron 3.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de los 39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13 llevan más de 180 días abiertos y 0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97,6%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80,5%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494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455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92,1%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286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419 días · 79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24-08-2026 y el 30-08-2026 se levantó 1 hallazgo: 0 internas · 1 del cliente.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24-08-2026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· PNC N°192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evidencia daño físico en…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32,3%.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286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87,1%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502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463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92,2%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39 hallazgos abiertos, 13 llevan más de 180 días desde que se levantaron y 0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38 hallazgos fuera de plazo de los 39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407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419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LA NO CONFORMIDAD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mensual por disciplina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 UF declaradas entre nov-24 y ago-26, imputadas al mes en que se levantó cada hallazgo. Las declaran 108 de 491 hallazgos del período.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10512"/>
          <a:ext cx="115945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8229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DISCIPLINA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OO.CC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EXPEDITORÍA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SUBCONTRATO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ELÉCTRICA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INSTRUMENTACIÓN Y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Otras (4 disciplinas)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DEL MES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4.382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 CON MONTO DECLARADO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108/491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48280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POR CELDA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508760" y="4873752"/>
            <a:ext cx="128016" cy="128016"/>
          </a:xfrm>
          <a:prstGeom prst="rect">
            <a:avLst/>
          </a:prstGeom>
          <a:solidFill>
            <a:srgbClr val="BFDBFE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91640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715768" y="4873752"/>
            <a:ext cx="128016" cy="128016"/>
          </a:xfrm>
          <a:prstGeom prst="rect">
            <a:avLst/>
          </a:prstGeom>
          <a:solidFill>
            <a:srgbClr val="93C5FD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98648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50–199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922776" y="4873752"/>
            <a:ext cx="128016" cy="128016"/>
          </a:xfrm>
          <a:prstGeom prst="rect">
            <a:avLst/>
          </a:prstGeom>
          <a:solidFill>
            <a:srgbClr val="60A5FA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105656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200–499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129784" y="4873752"/>
            <a:ext cx="128016" cy="128016"/>
          </a:xfrm>
          <a:prstGeom prst="rect">
            <a:avLst/>
          </a:prstGeom>
          <a:solidFill>
            <a:srgbClr val="3B82F6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12664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500–1.499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336792" y="4873752"/>
            <a:ext cx="128016" cy="128016"/>
          </a:xfrm>
          <a:prstGeom prst="rect">
            <a:avLst/>
          </a:prstGeom>
          <a:solidFill>
            <a:srgbClr val="1E40A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19672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o más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11480" y="5285232"/>
            <a:ext cx="41148" cy="566928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9" name="Text 15"/>
          <p:cNvSpPr/>
          <p:nvPr/>
        </p:nvSpPr>
        <p:spPr>
          <a:xfrm>
            <a:off x="55778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55778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un monto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206240" y="5285232"/>
            <a:ext cx="41148" cy="566928"/>
          </a:xfrm>
          <a:prstGeom prst="rect">
            <a:avLst/>
          </a:prstGeom>
          <a:solidFill>
            <a:srgbClr val="6E8CA8"/>
          </a:solidFill>
          <a:ln/>
        </p:spPr>
      </p:sp>
      <p:sp>
        <p:nvSpPr>
          <p:cNvPr id="22" name="Text 18"/>
          <p:cNvSpPr/>
          <p:nvPr/>
        </p:nvSpPr>
        <p:spPr>
          <a:xfrm>
            <a:off x="435254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100" dirty="0"/>
          </a:p>
        </p:txBody>
      </p:sp>
      <p:sp>
        <p:nvSpPr>
          <p:cNvPr id="23" name="Text 19"/>
          <p:cNvSpPr/>
          <p:nvPr/>
        </p:nvSpPr>
        <p:spPr>
          <a:xfrm>
            <a:off x="435254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0 — afirman que no costó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8001000" y="5285232"/>
            <a:ext cx="41148" cy="5669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14730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251</a:t>
            </a:r>
            <a:endParaRPr lang="en-US" sz="2100" dirty="0"/>
          </a:p>
        </p:txBody>
      </p:sp>
      <p:sp>
        <p:nvSpPr>
          <p:cNvPr id="26" name="Text 22"/>
          <p:cNvSpPr/>
          <p:nvPr/>
        </p:nvSpPr>
        <p:spPr>
          <a:xfrm>
            <a:off x="814730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dejan la casilla vacía: no se sabe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se imputa al mes de emisión: la columna «Costo De La No Conformidad» no trae fecha propia. El mes más caro es jul-25 con 4.382 UF. Los últimos 4 meses no traen ningún monto declarado —un mes en blanco es «sin declarar», no «sin costo»—. La cifra es un piso del costo real.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de los 39 hallazgos abiertos (82,1%) y 80,5% de cierre, contra 92,2%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21%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13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ellos superan el año abiertos. Los tienen a cargo Sin asignar (13).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38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97,4% de los abiertos. Solo 1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31-08-2026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92,2%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32,3%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24-08-2026 — 30-08-2026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 hallazgos levantados · 52 internas · 196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31-08-2026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248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196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242/248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92,2%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iniciado · 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407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32,3%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196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Geomembrana presenta sectores en lo…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no contie…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Ogalde H.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FS-01 (10 elementos) no…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TAG N° 3716D-RW-24-H1-0425-N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evidencia daño físico en la geom…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73" name="Text 70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24-08-2026 — 30-08-2026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OO.CC 1 · 1 sigue abierto</a:t>
            </a:r>
            <a:endParaRPr lang="en-US" sz="1150" dirty="0"/>
          </a:p>
        </p:txBody>
      </p:sp>
      <p:sp>
        <p:nvSpPr>
          <p:cNvPr id="75" name="Text 7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77" name="Text 7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31-08-2026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80,5%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92,2%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21 listo para revisión · 9 stand by · 1 observada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419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32,3%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hallazgos siguen abiertos; 13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319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319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294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MASA-37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257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Tolerancia transversal en chutes de…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MASA-42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correa 2100-CV-001 mo…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MASA-43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Perforaciones faltantes en estructu…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MASA-45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(i) Cable de comunicación dañado - 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MASA-48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FISURACIÓN DE RADIER CELDAS COLUMNA…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32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24-08-2026 — 30-08-2026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Data_NCR31082026.xlsx — hoja «Observaciones» · Corte 31-08-2026 · 502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2026-08-31T13:57:01Z</dcterms:created>
  <dcterms:modified xsi:type="dcterms:W3CDTF">2026-08-31T13:57:01Z</dcterms:modified>
</cp:coreProperties>
</file>