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levantados en cada una de las últimas 8 semanas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09-06</c:v>
                  </c:pt>
                  <c:pt idx="1">
                    <c:v>16-06</c:v>
                  </c:pt>
                  <c:pt idx="2">
                    <c:v>23-06</c:v>
                  </c:pt>
                  <c:pt idx="3">
                    <c:v>30-06</c:v>
                  </c:pt>
                  <c:pt idx="4">
                    <c:v>07-07</c:v>
                  </c:pt>
                  <c:pt idx="5">
                    <c:v>14-07</c:v>
                  </c:pt>
                  <c:pt idx="6">
                    <c:v>21-07</c:v>
                  </c:pt>
                  <c:pt idx="7">
                    <c:v>28-07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>2</c:v>
                </c:pt>
                <c:pt idx="4">
                  <c:v>1</c:v>
                </c:pt>
                <c:pt idx="5">
                  <c:v/>
                </c:pt>
                <c:pt idx="6">
                  <c:v>4</c:v>
                </c:pt>
                <c:pt idx="7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09-06</c:v>
                  </c:pt>
                  <c:pt idx="1">
                    <c:v>16-06</c:v>
                  </c:pt>
                  <c:pt idx="2">
                    <c:v>23-06</c:v>
                  </c:pt>
                  <c:pt idx="3">
                    <c:v>30-06</c:v>
                  </c:pt>
                  <c:pt idx="4">
                    <c:v>07-07</c:v>
                  </c:pt>
                  <c:pt idx="5">
                    <c:v>14-07</c:v>
                  </c:pt>
                  <c:pt idx="6">
                    <c:v>21-07</c:v>
                  </c:pt>
                  <c:pt idx="7">
                    <c:v>28-07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/>
                </c:pt>
                <c:pt idx="2">
                  <c:v>2</c:v>
                </c:pt>
                <c:pt idx="3">
                  <c:v>2</c:v>
                </c:pt>
                <c:pt idx="4">
                  <c:v/>
                </c:pt>
                <c:pt idx="5">
                  <c:v/>
                </c:pt>
                <c:pt idx="6">
                  <c:v>1</c:v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188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279</c:v>
                </c:pt>
                <c:pt idx="1">
                  <c:v>116</c:v>
                </c:pt>
                <c:pt idx="2">
                  <c:v>45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54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 hallazgos levantados entre 10-02-2023 y 28-07-2026 (Desaladora 95 · Talabre 241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454/508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162/499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508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 al 03-08-2026: 1 del cliente en CALIDAD (1). Todos siguen abiertos; la semana anterior entraron 5.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no es medible con este archivo; se mide la antigüedad.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54 abiertos trae fecha comprometida —la columna «Fecha De Cierre» solo se llena al cerrar—, así que se reporta la antigüedad: 17 llevan más de 180 días y 3 más de un año.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28-07-2026 y el 03-08-2026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Shape 3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9" name="Text 4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11" name="Text 6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54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— NO CALCULABLE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hallazgo abierto cuya fecha de cierre comprometida ya venció.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54 abiertos trae esa fecha: la columna «Fecha De Cierre» del Excel solo se llena al cerrar. El indicador no se puede calcular y el panel lo declara en vez de informar 0 atrasados. En su lugar se usa la antigüedad.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activarlo basta agregar al Excel una columna de fecha comprometida de cierre: el script ya la calcula.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 y 78% de cierre, contra 89,4%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la medición del atraso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al Excel una columna de fecha comprometida de cierre. Sin ella el indicador que pide el procedimiento no se puede calcular y hoy se reemplaza por la antigüedad.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internas · 30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internas · 30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53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CALIDAD 1 · 1 sigue abierto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2026-08-03T16:23:10Z</dcterms:created>
  <dcterms:modified xsi:type="dcterms:W3CDTF">2026-08-03T16:23:10Z</dcterms:modified>
</cp:coreProperties>
</file>