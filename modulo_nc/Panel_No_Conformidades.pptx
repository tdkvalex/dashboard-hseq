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29-06</c:v>
                  </c:pt>
                  <c:pt idx="2">
                    <c:v>06-07</c:v>
                  </c:pt>
                  <c:pt idx="3">
                    <c:v>13-07</c:v>
                  </c:pt>
                  <c:pt idx="4">
                    <c:v>20-07</c:v>
                  </c:pt>
                  <c:pt idx="5">
                    <c:v>27-07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1</c:v>
                </c:pt>
                <c:pt idx="2">
                  <c:v>1</c:v>
                </c:pt>
                <c:pt idx="3">
                  <c:v/>
                </c:pt>
                <c:pt idx="4">
                  <c:v>2</c:v>
                </c:pt>
                <c:pt idx="5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29-06</c:v>
                  </c:pt>
                  <c:pt idx="2">
                    <c:v>06-07</c:v>
                  </c:pt>
                  <c:pt idx="3">
                    <c:v>13-07</c:v>
                  </c:pt>
                  <c:pt idx="4">
                    <c:v>20-07</c:v>
                  </c:pt>
                  <c:pt idx="5">
                    <c:v>27-07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188</c:v>
                </c:pt>
                <c:pt idx="2">
                  <c:v>70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278</c:v>
                </c:pt>
                <c:pt idx="1">
                  <c:v>116</c:v>
                </c:pt>
                <c:pt idx="2">
                  <c:v>45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34</c:v>
                </c:pt>
                <c:pt idx="1">
                  <c:v>4</c:v>
                </c:pt>
                <c:pt idx="2">
                  <c:v>15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53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</c:v>
                </c:pt>
                <c:pt idx="1">
                  <c:v>23</c:v>
                </c:pt>
                <c:pt idx="2">
                  <c:v>15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35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493 hallazgos levantados entre 10-02-2023 y 28-07-2026 (Desaladora 82 · Talabre 240 · Arqueros 163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89,2%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89,2%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440/493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493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iniciado · 1 no aceptado · 23 listo para revisión · 12 observada · 3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32,9%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159/484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 de 493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53 hallazgos abiertos (67,9%), y es uno de los frentes donde el cliente levanta más de lo que detecta Besalco (70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3 hallazgos nuevos,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27-07-2026 al 02-08-2026: 3 del cliente en MECÁNICA (1) y OO.CC (1) y CALIDAD (1). Todos siguen abiertos; la semana anterior entraron 3.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de los 53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17 llevan más de 180 días abiertos y 3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97,6%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485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432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89,1%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27-07-2026 y el 02-08-2026 se levantaron 3 hallazgos: 0 internas · 3 del cliente. Todos siguen abiertos.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 1  ·  OO.CC 1  ·  CALIDAD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2  ·  Desaladora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3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2  ·  Producto No Conforme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· NCR-0535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709160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5"/>
          <p:cNvSpPr/>
          <p:nvPr/>
        </p:nvSpPr>
        <p:spPr>
          <a:xfrm>
            <a:off x="502920" y="4754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27-07-2026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137160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246888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· PNC N°182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356616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Confor…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4983480" y="47548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644652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758952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9006840" y="47548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9921240" y="47548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de Línea 405N, pern…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02920" y="50292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02920" y="50840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137160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46888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· RNC N°449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356616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4983480" y="5084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6446520" y="50840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758952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9006840" y="5084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7" name="Text 53"/>
          <p:cNvSpPr/>
          <p:nvPr/>
        </p:nvSpPr>
        <p:spPr>
          <a:xfrm>
            <a:off x="9921240" y="50840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n…</a:t>
            </a:r>
            <a:endParaRPr lang="en-US" sz="1000" dirty="0"/>
          </a:p>
        </p:txBody>
      </p:sp>
      <p:sp>
        <p:nvSpPr>
          <p:cNvPr id="58" name="Shape 54"/>
          <p:cNvSpPr/>
          <p:nvPr/>
        </p:nvSpPr>
        <p:spPr>
          <a:xfrm>
            <a:off x="502920" y="53583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60" name="Text 5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1" name="Text 5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32,9%.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96,9%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82,7%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493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89,2%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53 hallazgos abiertos, 17 llevan más de 180 días desde que se levantaron y 3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50 hallazgos fuera de plazo de los 53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53 hallazgos abiertos (67,9%) y 77,9% de cierre, contra 89,2%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21,7%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ellos superan el año abiertos. Los tienen a cargo Sin asignar (14),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50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94,3% de los abiertos. Solo 3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1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35" name="Text 3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27-07-2026 — 02-08-2026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MECÁNICA 1 · 1 sigue abierto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hallazgos levantados · 52 internas · 188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188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225/240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iniciado · 1 no aceptado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auditoría se identificar…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27-07-2026 — 02-08-2026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hallazgos nuevos · 0 internas · 2 del cliente · OO.CC 1 · CALIDAD 1 · 2 siguen abiertos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 hallazgos levantados · 53 internas · 70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163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70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77,9%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127/163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20 listo para revisión · 12 observada · 3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hallazgos siguen abiertos; 14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27-07-2026 — 02-08-2026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b73c9c4f-Data_NCR_2.xlsx — hoja «Observaciones» · Corte 03-08-2026 · 493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2026-08-03T20:57:26Z</dcterms:created>
  <dcterms:modified xsi:type="dcterms:W3CDTF">2026-08-03T20:57:26Z</dcterms:modified>
</cp:coreProperties>
</file>