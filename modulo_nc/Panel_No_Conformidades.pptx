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/>
                </c:pt>
                <c:pt idx="4">
                  <c:v>4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54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hallazgos levantados entre 10-02-2023 y 28-07-2026 (Desaladora 95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454/508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162/499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508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de los 54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89,4%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54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51 hallazgos fuera de plazo de los 54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 y 78% de cierre, contra 89,4%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51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94,4%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internas · 30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internas · 30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2026-08-03T18:58:09Z</dcterms:created>
  <dcterms:modified xsi:type="dcterms:W3CDTF">2026-08-03T18:58:09Z</dcterms:modified>
</cp:coreProperties>
</file>