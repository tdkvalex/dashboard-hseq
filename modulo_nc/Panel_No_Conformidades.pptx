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de los 54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T.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943600" y="4901184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d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943600" y="5184648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943600" y="5468112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943600" y="5751576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943600" y="603504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51 hallazgos fuera de plazo de los 54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94,4%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2026-08-03T18:54:08Z</dcterms:created>
  <dcterms:modified xsi:type="dcterms:W3CDTF">2026-08-03T18:54:08Z</dcterms:modified>
</cp:coreProperties>
</file>